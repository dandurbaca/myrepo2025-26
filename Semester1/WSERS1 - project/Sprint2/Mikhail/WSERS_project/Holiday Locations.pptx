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69" r:id="rId4"/>
    <p:sldId id="270" r:id="rId5"/>
    <p:sldId id="271" r:id="rId6"/>
    <p:sldId id="272" r:id="rId7"/>
    <p:sldId id="273" r:id="rId8"/>
    <p:sldId id="274" r:id="rId9"/>
    <p:sldId id="275" r:id="rId10"/>
  </p:sldIdLst>
  <p:sldSz cx="12192000" cy="6858000"/>
  <p:notesSz cx="6858000" cy="9144000"/>
  <p:defaultTextStyle>
    <a:defPPr>
      <a:defRPr lang="lb-L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15E068-AFC2-4D2D-8305-96A4FF5774D5}" v="225" dt="2024-06-19T06:43:35.5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75" d="100"/>
          <a:sy n="75" d="100"/>
        </p:scale>
        <p:origin x="678" y="8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khail Dvoinishnikov" userId="80fe050a-0038-475b-8509-2bf2a2d8246d" providerId="ADAL" clId="{8015E068-AFC2-4D2D-8305-96A4FF5774D5}"/>
    <pc:docChg chg="undo custSel addSld delSld modSld sldOrd">
      <pc:chgData name="Mikhail Dvoinishnikov" userId="80fe050a-0038-475b-8509-2bf2a2d8246d" providerId="ADAL" clId="{8015E068-AFC2-4D2D-8305-96A4FF5774D5}" dt="2024-06-19T06:46:57.838" v="1723" actId="20577"/>
      <pc:docMkLst>
        <pc:docMk/>
      </pc:docMkLst>
      <pc:sldChg chg="addSp delSp modSp mod">
        <pc:chgData name="Mikhail Dvoinishnikov" userId="80fe050a-0038-475b-8509-2bf2a2d8246d" providerId="ADAL" clId="{8015E068-AFC2-4D2D-8305-96A4FF5774D5}" dt="2024-06-12T07:41:28.612" v="1138" actId="164"/>
        <pc:sldMkLst>
          <pc:docMk/>
          <pc:sldMk cId="11464179" sldId="256"/>
        </pc:sldMkLst>
        <pc:spChg chg="del">
          <ac:chgData name="Mikhail Dvoinishnikov" userId="80fe050a-0038-475b-8509-2bf2a2d8246d" providerId="ADAL" clId="{8015E068-AFC2-4D2D-8305-96A4FF5774D5}" dt="2024-06-12T06:17:16.358" v="0" actId="478"/>
          <ac:spMkLst>
            <pc:docMk/>
            <pc:sldMk cId="11464179" sldId="256"/>
            <ac:spMk id="2" creationId="{C7FE450E-E5D1-B1B4-ABC4-56F45CF94DCA}"/>
          </ac:spMkLst>
        </pc:spChg>
        <pc:spChg chg="del">
          <ac:chgData name="Mikhail Dvoinishnikov" userId="80fe050a-0038-475b-8509-2bf2a2d8246d" providerId="ADAL" clId="{8015E068-AFC2-4D2D-8305-96A4FF5774D5}" dt="2024-06-12T06:17:16.358" v="0" actId="478"/>
          <ac:spMkLst>
            <pc:docMk/>
            <pc:sldMk cId="11464179" sldId="256"/>
            <ac:spMk id="3" creationId="{F561590D-A7A1-9D93-FA93-D96149484BA9}"/>
          </ac:spMkLst>
        </pc:spChg>
        <pc:spChg chg="add del">
          <ac:chgData name="Mikhail Dvoinishnikov" userId="80fe050a-0038-475b-8509-2bf2a2d8246d" providerId="ADAL" clId="{8015E068-AFC2-4D2D-8305-96A4FF5774D5}" dt="2024-06-12T06:18:35.887" v="2" actId="478"/>
          <ac:spMkLst>
            <pc:docMk/>
            <pc:sldMk cId="11464179" sldId="256"/>
            <ac:spMk id="4" creationId="{2C1B7268-B383-5254-0139-2584D952453C}"/>
          </ac:spMkLst>
        </pc:spChg>
        <pc:spChg chg="add mod">
          <ac:chgData name="Mikhail Dvoinishnikov" userId="80fe050a-0038-475b-8509-2bf2a2d8246d" providerId="ADAL" clId="{8015E068-AFC2-4D2D-8305-96A4FF5774D5}" dt="2024-06-12T07:40:37.156" v="1122" actId="164"/>
          <ac:spMkLst>
            <pc:docMk/>
            <pc:sldMk cId="11464179" sldId="256"/>
            <ac:spMk id="5" creationId="{A862F07A-A0A5-1681-A752-51FB28E2D563}"/>
          </ac:spMkLst>
        </pc:spChg>
        <pc:spChg chg="add mod">
          <ac:chgData name="Mikhail Dvoinishnikov" userId="80fe050a-0038-475b-8509-2bf2a2d8246d" providerId="ADAL" clId="{8015E068-AFC2-4D2D-8305-96A4FF5774D5}" dt="2024-06-12T07:41:28.612" v="1138" actId="164"/>
          <ac:spMkLst>
            <pc:docMk/>
            <pc:sldMk cId="11464179" sldId="256"/>
            <ac:spMk id="6" creationId="{C4577DFF-DF4C-759F-A615-4E078510101E}"/>
          </ac:spMkLst>
        </pc:spChg>
        <pc:spChg chg="add del mod">
          <ac:chgData name="Mikhail Dvoinishnikov" userId="80fe050a-0038-475b-8509-2bf2a2d8246d" providerId="ADAL" clId="{8015E068-AFC2-4D2D-8305-96A4FF5774D5}" dt="2024-06-12T07:36:37.295" v="1103" actId="478"/>
          <ac:spMkLst>
            <pc:docMk/>
            <pc:sldMk cId="11464179" sldId="256"/>
            <ac:spMk id="7" creationId="{ED81F328-1265-78F3-52FF-4704B5671694}"/>
          </ac:spMkLst>
        </pc:spChg>
        <pc:spChg chg="add mod">
          <ac:chgData name="Mikhail Dvoinishnikov" userId="80fe050a-0038-475b-8509-2bf2a2d8246d" providerId="ADAL" clId="{8015E068-AFC2-4D2D-8305-96A4FF5774D5}" dt="2024-06-12T07:40:37.156" v="1122" actId="164"/>
          <ac:spMkLst>
            <pc:docMk/>
            <pc:sldMk cId="11464179" sldId="256"/>
            <ac:spMk id="8" creationId="{F506B518-E9BE-13A8-68F9-56082F0CC975}"/>
          </ac:spMkLst>
        </pc:spChg>
        <pc:spChg chg="add mod">
          <ac:chgData name="Mikhail Dvoinishnikov" userId="80fe050a-0038-475b-8509-2bf2a2d8246d" providerId="ADAL" clId="{8015E068-AFC2-4D2D-8305-96A4FF5774D5}" dt="2024-06-12T07:35:09.386" v="1096" actId="1076"/>
          <ac:spMkLst>
            <pc:docMk/>
            <pc:sldMk cId="11464179" sldId="256"/>
            <ac:spMk id="9" creationId="{9AB1E11E-4CB1-4387-D680-954BE2D15329}"/>
          </ac:spMkLst>
        </pc:spChg>
        <pc:spChg chg="add mod">
          <ac:chgData name="Mikhail Dvoinishnikov" userId="80fe050a-0038-475b-8509-2bf2a2d8246d" providerId="ADAL" clId="{8015E068-AFC2-4D2D-8305-96A4FF5774D5}" dt="2024-06-12T07:41:28.612" v="1138" actId="164"/>
          <ac:spMkLst>
            <pc:docMk/>
            <pc:sldMk cId="11464179" sldId="256"/>
            <ac:spMk id="10" creationId="{1721B9B7-6E16-AE6E-2913-75ECF6C1A723}"/>
          </ac:spMkLst>
        </pc:spChg>
        <pc:grpChg chg="add mod">
          <ac:chgData name="Mikhail Dvoinishnikov" userId="80fe050a-0038-475b-8509-2bf2a2d8246d" providerId="ADAL" clId="{8015E068-AFC2-4D2D-8305-96A4FF5774D5}" dt="2024-06-12T07:40:37.156" v="1122" actId="164"/>
          <ac:grpSpMkLst>
            <pc:docMk/>
            <pc:sldMk cId="11464179" sldId="256"/>
            <ac:grpSpMk id="13" creationId="{A232B801-D771-B178-95EE-AA88D916D15E}"/>
          </ac:grpSpMkLst>
        </pc:grpChg>
        <pc:grpChg chg="add mod">
          <ac:chgData name="Mikhail Dvoinishnikov" userId="80fe050a-0038-475b-8509-2bf2a2d8246d" providerId="ADAL" clId="{8015E068-AFC2-4D2D-8305-96A4FF5774D5}" dt="2024-06-12T07:41:28.612" v="1138" actId="164"/>
          <ac:grpSpMkLst>
            <pc:docMk/>
            <pc:sldMk cId="11464179" sldId="256"/>
            <ac:grpSpMk id="14" creationId="{CDFC4F67-FDB2-33C1-B5E4-BE62B75C6AEC}"/>
          </ac:grpSpMkLst>
        </pc:grpChg>
        <pc:picChg chg="add del mod">
          <ac:chgData name="Mikhail Dvoinishnikov" userId="80fe050a-0038-475b-8509-2bf2a2d8246d" providerId="ADAL" clId="{8015E068-AFC2-4D2D-8305-96A4FF5774D5}" dt="2024-06-12T07:36:22.612" v="1102" actId="478"/>
          <ac:picMkLst>
            <pc:docMk/>
            <pc:sldMk cId="11464179" sldId="256"/>
            <ac:picMk id="2" creationId="{A4729683-7C62-467E-6FBC-6E6536A2691E}"/>
          </ac:picMkLst>
        </pc:picChg>
        <pc:picChg chg="add del mod">
          <ac:chgData name="Mikhail Dvoinishnikov" userId="80fe050a-0038-475b-8509-2bf2a2d8246d" providerId="ADAL" clId="{8015E068-AFC2-4D2D-8305-96A4FF5774D5}" dt="2024-06-12T07:39:01.173" v="1115" actId="478"/>
          <ac:picMkLst>
            <pc:docMk/>
            <pc:sldMk cId="11464179" sldId="256"/>
            <ac:picMk id="4" creationId="{BAAB7799-C03A-E4B8-EE02-322C3A76C1D7}"/>
          </ac:picMkLst>
        </pc:picChg>
        <pc:picChg chg="add mod">
          <ac:chgData name="Mikhail Dvoinishnikov" userId="80fe050a-0038-475b-8509-2bf2a2d8246d" providerId="ADAL" clId="{8015E068-AFC2-4D2D-8305-96A4FF5774D5}" dt="2024-06-12T07:40:37.156" v="1122" actId="164"/>
          <ac:picMkLst>
            <pc:docMk/>
            <pc:sldMk cId="11464179" sldId="256"/>
            <ac:picMk id="12" creationId="{956DD9D5-F7E9-15FD-AED8-C347C31FC94C}"/>
          </ac:picMkLst>
        </pc:picChg>
        <pc:picChg chg="add mod">
          <ac:chgData name="Mikhail Dvoinishnikov" userId="80fe050a-0038-475b-8509-2bf2a2d8246d" providerId="ADAL" clId="{8015E068-AFC2-4D2D-8305-96A4FF5774D5}" dt="2024-06-12T07:33:17.878" v="1084" actId="1076"/>
          <ac:picMkLst>
            <pc:docMk/>
            <pc:sldMk cId="11464179" sldId="256"/>
            <ac:picMk id="1026" creationId="{A8514224-CEDB-9840-52B1-CDC838662BC3}"/>
          </ac:picMkLst>
        </pc:picChg>
        <pc:picChg chg="add del">
          <ac:chgData name="Mikhail Dvoinishnikov" userId="80fe050a-0038-475b-8509-2bf2a2d8246d" providerId="ADAL" clId="{8015E068-AFC2-4D2D-8305-96A4FF5774D5}" dt="2024-06-12T07:37:42.961" v="1105"/>
          <ac:picMkLst>
            <pc:docMk/>
            <pc:sldMk cId="11464179" sldId="256"/>
            <ac:picMk id="1028" creationId="{D5E9F2EF-0DDC-BEF2-5115-3B69FA5A6C04}"/>
          </ac:picMkLst>
        </pc:picChg>
        <pc:picChg chg="add del mod">
          <ac:chgData name="Mikhail Dvoinishnikov" userId="80fe050a-0038-475b-8509-2bf2a2d8246d" providerId="ADAL" clId="{8015E068-AFC2-4D2D-8305-96A4FF5774D5}" dt="2024-06-12T07:38:23.537" v="1112" actId="478"/>
          <ac:picMkLst>
            <pc:docMk/>
            <pc:sldMk cId="11464179" sldId="256"/>
            <ac:picMk id="1030" creationId="{3AF74635-F339-A2A5-B8E9-2EC8AED87D16}"/>
          </ac:picMkLst>
        </pc:picChg>
      </pc:sldChg>
      <pc:sldChg chg="addSp delSp modSp new mod">
        <pc:chgData name="Mikhail Dvoinishnikov" userId="80fe050a-0038-475b-8509-2bf2a2d8246d" providerId="ADAL" clId="{8015E068-AFC2-4D2D-8305-96A4FF5774D5}" dt="2024-06-12T07:44:37.084" v="1198" actId="207"/>
        <pc:sldMkLst>
          <pc:docMk/>
          <pc:sldMk cId="2133725381" sldId="257"/>
        </pc:sldMkLst>
        <pc:spChg chg="del">
          <ac:chgData name="Mikhail Dvoinishnikov" userId="80fe050a-0038-475b-8509-2bf2a2d8246d" providerId="ADAL" clId="{8015E068-AFC2-4D2D-8305-96A4FF5774D5}" dt="2024-06-12T06:30:17.060" v="69" actId="478"/>
          <ac:spMkLst>
            <pc:docMk/>
            <pc:sldMk cId="2133725381" sldId="257"/>
            <ac:spMk id="2" creationId="{01D981A8-3F8B-0716-D193-A713B3DF1A1A}"/>
          </ac:spMkLst>
        </pc:spChg>
        <pc:spChg chg="mod">
          <ac:chgData name="Mikhail Dvoinishnikov" userId="80fe050a-0038-475b-8509-2bf2a2d8246d" providerId="ADAL" clId="{8015E068-AFC2-4D2D-8305-96A4FF5774D5}" dt="2024-06-12T07:40:39.961" v="1123"/>
          <ac:spMkLst>
            <pc:docMk/>
            <pc:sldMk cId="2133725381" sldId="257"/>
            <ac:spMk id="3" creationId="{487B72D2-3861-EEDB-A55A-29AA02FDA047}"/>
          </ac:spMkLst>
        </pc:spChg>
        <pc:spChg chg="del">
          <ac:chgData name="Mikhail Dvoinishnikov" userId="80fe050a-0038-475b-8509-2bf2a2d8246d" providerId="ADAL" clId="{8015E068-AFC2-4D2D-8305-96A4FF5774D5}" dt="2024-06-12T06:30:17.060" v="69" actId="478"/>
          <ac:spMkLst>
            <pc:docMk/>
            <pc:sldMk cId="2133725381" sldId="257"/>
            <ac:spMk id="3" creationId="{AB0C0927-5D6A-7EB5-E426-F61D16146A50}"/>
          </ac:spMkLst>
        </pc:spChg>
        <pc:spChg chg="add del mod">
          <ac:chgData name="Mikhail Dvoinishnikov" userId="80fe050a-0038-475b-8509-2bf2a2d8246d" providerId="ADAL" clId="{8015E068-AFC2-4D2D-8305-96A4FF5774D5}" dt="2024-06-12T07:41:00.773" v="1130" actId="478"/>
          <ac:spMkLst>
            <pc:docMk/>
            <pc:sldMk cId="2133725381" sldId="257"/>
            <ac:spMk id="4" creationId="{E1744A44-822C-C942-D778-F45FA73BA1D2}"/>
          </ac:spMkLst>
        </pc:spChg>
        <pc:spChg chg="add del mod">
          <ac:chgData name="Mikhail Dvoinishnikov" userId="80fe050a-0038-475b-8509-2bf2a2d8246d" providerId="ADAL" clId="{8015E068-AFC2-4D2D-8305-96A4FF5774D5}" dt="2024-06-12T07:41:34.581" v="1140" actId="478"/>
          <ac:spMkLst>
            <pc:docMk/>
            <pc:sldMk cId="2133725381" sldId="257"/>
            <ac:spMk id="5" creationId="{213D3159-BD38-3647-FF8B-BA3547982A9C}"/>
          </ac:spMkLst>
        </pc:spChg>
        <pc:spChg chg="add del mod">
          <ac:chgData name="Mikhail Dvoinishnikov" userId="80fe050a-0038-475b-8509-2bf2a2d8246d" providerId="ADAL" clId="{8015E068-AFC2-4D2D-8305-96A4FF5774D5}" dt="2024-06-12T07:40:59.469" v="1129" actId="478"/>
          <ac:spMkLst>
            <pc:docMk/>
            <pc:sldMk cId="2133725381" sldId="257"/>
            <ac:spMk id="6" creationId="{A446460F-EEF1-DBF1-E09C-933D40CD2727}"/>
          </ac:spMkLst>
        </pc:spChg>
        <pc:spChg chg="add del mod">
          <ac:chgData name="Mikhail Dvoinishnikov" userId="80fe050a-0038-475b-8509-2bf2a2d8246d" providerId="ADAL" clId="{8015E068-AFC2-4D2D-8305-96A4FF5774D5}" dt="2024-06-12T07:41:05.421" v="1132" actId="478"/>
          <ac:spMkLst>
            <pc:docMk/>
            <pc:sldMk cId="2133725381" sldId="257"/>
            <ac:spMk id="7" creationId="{4A21AA01-6205-7D1D-1E71-28D13DB430AE}"/>
          </ac:spMkLst>
        </pc:spChg>
        <pc:spChg chg="add del mod">
          <ac:chgData name="Mikhail Dvoinishnikov" userId="80fe050a-0038-475b-8509-2bf2a2d8246d" providerId="ADAL" clId="{8015E068-AFC2-4D2D-8305-96A4FF5774D5}" dt="2024-06-12T06:38:50.420" v="168"/>
          <ac:spMkLst>
            <pc:docMk/>
            <pc:sldMk cId="2133725381" sldId="257"/>
            <ac:spMk id="8" creationId="{A3385330-B073-675C-8343-2B37ACEB1270}"/>
          </ac:spMkLst>
        </pc:spChg>
        <pc:spChg chg="mod">
          <ac:chgData name="Mikhail Dvoinishnikov" userId="80fe050a-0038-475b-8509-2bf2a2d8246d" providerId="ADAL" clId="{8015E068-AFC2-4D2D-8305-96A4FF5774D5}" dt="2024-06-12T07:40:39.961" v="1123"/>
          <ac:spMkLst>
            <pc:docMk/>
            <pc:sldMk cId="2133725381" sldId="257"/>
            <ac:spMk id="8" creationId="{C3CEBDE1-3D06-59E0-60A3-65CD4ADDA286}"/>
          </ac:spMkLst>
        </pc:spChg>
        <pc:spChg chg="add del mod">
          <ac:chgData name="Mikhail Dvoinishnikov" userId="80fe050a-0038-475b-8509-2bf2a2d8246d" providerId="ADAL" clId="{8015E068-AFC2-4D2D-8305-96A4FF5774D5}" dt="2024-06-12T06:49:26.371" v="409" actId="2711"/>
          <ac:spMkLst>
            <pc:docMk/>
            <pc:sldMk cId="2133725381" sldId="257"/>
            <ac:spMk id="9" creationId="{0BCD7798-2ACC-5D57-EBFE-B648B7EB48F3}"/>
          </ac:spMkLst>
        </pc:spChg>
        <pc:spChg chg="add mod">
          <ac:chgData name="Mikhail Dvoinishnikov" userId="80fe050a-0038-475b-8509-2bf2a2d8246d" providerId="ADAL" clId="{8015E068-AFC2-4D2D-8305-96A4FF5774D5}" dt="2024-06-12T06:49:32.674" v="410" actId="2711"/>
          <ac:spMkLst>
            <pc:docMk/>
            <pc:sldMk cId="2133725381" sldId="257"/>
            <ac:spMk id="10" creationId="{67AB05D3-E47B-D123-3556-68565236EFE5}"/>
          </ac:spMkLst>
        </pc:spChg>
        <pc:spChg chg="add mod">
          <ac:chgData name="Mikhail Dvoinishnikov" userId="80fe050a-0038-475b-8509-2bf2a2d8246d" providerId="ADAL" clId="{8015E068-AFC2-4D2D-8305-96A4FF5774D5}" dt="2024-06-12T06:49:38.345" v="411" actId="2711"/>
          <ac:spMkLst>
            <pc:docMk/>
            <pc:sldMk cId="2133725381" sldId="257"/>
            <ac:spMk id="11" creationId="{ABF85CDF-AAAB-65C0-D9AD-0F60E2ED5F77}"/>
          </ac:spMkLst>
        </pc:spChg>
        <pc:spChg chg="add del mod">
          <ac:chgData name="Mikhail Dvoinishnikov" userId="80fe050a-0038-475b-8509-2bf2a2d8246d" providerId="ADAL" clId="{8015E068-AFC2-4D2D-8305-96A4FF5774D5}" dt="2024-06-12T07:21:31.460" v="961"/>
          <ac:spMkLst>
            <pc:docMk/>
            <pc:sldMk cId="2133725381" sldId="257"/>
            <ac:spMk id="12" creationId="{4A60F1EE-7A80-A7CB-3669-475AA55F6EB6}"/>
          </ac:spMkLst>
        </pc:spChg>
        <pc:spChg chg="add del mod">
          <ac:chgData name="Mikhail Dvoinishnikov" userId="80fe050a-0038-475b-8509-2bf2a2d8246d" providerId="ADAL" clId="{8015E068-AFC2-4D2D-8305-96A4FF5774D5}" dt="2024-06-12T07:41:34.045" v="1139" actId="478"/>
          <ac:spMkLst>
            <pc:docMk/>
            <pc:sldMk cId="2133725381" sldId="257"/>
            <ac:spMk id="13" creationId="{C3AAF701-2FA9-7162-FAAC-AD498ABEB529}"/>
          </ac:spMkLst>
        </pc:spChg>
        <pc:spChg chg="mod">
          <ac:chgData name="Mikhail Dvoinishnikov" userId="80fe050a-0038-475b-8509-2bf2a2d8246d" providerId="ADAL" clId="{8015E068-AFC2-4D2D-8305-96A4FF5774D5}" dt="2024-06-12T07:41:05.736" v="1133"/>
          <ac:spMkLst>
            <pc:docMk/>
            <pc:sldMk cId="2133725381" sldId="257"/>
            <ac:spMk id="15" creationId="{80E46578-B1F3-3F6C-96F8-811187DF3DA7}"/>
          </ac:spMkLst>
        </pc:spChg>
        <pc:spChg chg="mod">
          <ac:chgData name="Mikhail Dvoinishnikov" userId="80fe050a-0038-475b-8509-2bf2a2d8246d" providerId="ADAL" clId="{8015E068-AFC2-4D2D-8305-96A4FF5774D5}" dt="2024-06-12T07:44:37.084" v="1198" actId="207"/>
          <ac:spMkLst>
            <pc:docMk/>
            <pc:sldMk cId="2133725381" sldId="257"/>
            <ac:spMk id="16" creationId="{8399102F-FBD7-3DFF-258C-148955F69605}"/>
          </ac:spMkLst>
        </pc:spChg>
        <pc:spChg chg="mod">
          <ac:chgData name="Mikhail Dvoinishnikov" userId="80fe050a-0038-475b-8509-2bf2a2d8246d" providerId="ADAL" clId="{8015E068-AFC2-4D2D-8305-96A4FF5774D5}" dt="2024-06-12T07:41:35.465" v="1141"/>
          <ac:spMkLst>
            <pc:docMk/>
            <pc:sldMk cId="2133725381" sldId="257"/>
            <ac:spMk id="19" creationId="{B7B068D6-83EC-E0C5-6DEC-DF89A26563C3}"/>
          </ac:spMkLst>
        </pc:spChg>
        <pc:spChg chg="mod">
          <ac:chgData name="Mikhail Dvoinishnikov" userId="80fe050a-0038-475b-8509-2bf2a2d8246d" providerId="ADAL" clId="{8015E068-AFC2-4D2D-8305-96A4FF5774D5}" dt="2024-06-12T07:41:35.465" v="1141"/>
          <ac:spMkLst>
            <pc:docMk/>
            <pc:sldMk cId="2133725381" sldId="257"/>
            <ac:spMk id="20" creationId="{1CDB0842-22BE-7158-0E52-9FB8E6B5334C}"/>
          </ac:spMkLst>
        </pc:spChg>
        <pc:grpChg chg="add del mod">
          <ac:chgData name="Mikhail Dvoinishnikov" userId="80fe050a-0038-475b-8509-2bf2a2d8246d" providerId="ADAL" clId="{8015E068-AFC2-4D2D-8305-96A4FF5774D5}" dt="2024-06-12T07:40:57.414" v="1128" actId="478"/>
          <ac:grpSpMkLst>
            <pc:docMk/>
            <pc:sldMk cId="2133725381" sldId="257"/>
            <ac:grpSpMk id="2" creationId="{AB607FBC-FE6C-5E96-14D0-197FB0662297}"/>
          </ac:grpSpMkLst>
        </pc:grpChg>
        <pc:grpChg chg="add mod">
          <ac:chgData name="Mikhail Dvoinishnikov" userId="80fe050a-0038-475b-8509-2bf2a2d8246d" providerId="ADAL" clId="{8015E068-AFC2-4D2D-8305-96A4FF5774D5}" dt="2024-06-12T07:41:05.736" v="1133"/>
          <ac:grpSpMkLst>
            <pc:docMk/>
            <pc:sldMk cId="2133725381" sldId="257"/>
            <ac:grpSpMk id="14" creationId="{5F4C998A-8ED6-FE9D-D132-400EBA07AE0B}"/>
          </ac:grpSpMkLst>
        </pc:grpChg>
        <pc:grpChg chg="add mod">
          <ac:chgData name="Mikhail Dvoinishnikov" userId="80fe050a-0038-475b-8509-2bf2a2d8246d" providerId="ADAL" clId="{8015E068-AFC2-4D2D-8305-96A4FF5774D5}" dt="2024-06-12T07:41:35.465" v="1141"/>
          <ac:grpSpMkLst>
            <pc:docMk/>
            <pc:sldMk cId="2133725381" sldId="257"/>
            <ac:grpSpMk id="18" creationId="{42B4D0F0-6480-92F8-C5FB-9E408D2C0C30}"/>
          </ac:grpSpMkLst>
        </pc:grpChg>
        <pc:picChg chg="mod">
          <ac:chgData name="Mikhail Dvoinishnikov" userId="80fe050a-0038-475b-8509-2bf2a2d8246d" providerId="ADAL" clId="{8015E068-AFC2-4D2D-8305-96A4FF5774D5}" dt="2024-06-12T07:40:39.961" v="1123"/>
          <ac:picMkLst>
            <pc:docMk/>
            <pc:sldMk cId="2133725381" sldId="257"/>
            <ac:picMk id="12" creationId="{61871D5F-8769-66C9-6FCA-DCA62B03DAA3}"/>
          </ac:picMkLst>
        </pc:picChg>
        <pc:picChg chg="mod">
          <ac:chgData name="Mikhail Dvoinishnikov" userId="80fe050a-0038-475b-8509-2bf2a2d8246d" providerId="ADAL" clId="{8015E068-AFC2-4D2D-8305-96A4FF5774D5}" dt="2024-06-12T07:41:05.736" v="1133"/>
          <ac:picMkLst>
            <pc:docMk/>
            <pc:sldMk cId="2133725381" sldId="257"/>
            <ac:picMk id="17" creationId="{1E64040A-0182-6D40-100C-1BB788CE4F75}"/>
          </ac:picMkLst>
        </pc:picChg>
        <pc:picChg chg="add mod">
          <ac:chgData name="Mikhail Dvoinishnikov" userId="80fe050a-0038-475b-8509-2bf2a2d8246d" providerId="ADAL" clId="{8015E068-AFC2-4D2D-8305-96A4FF5774D5}" dt="2024-06-12T06:34:08.330" v="87" actId="1076"/>
          <ac:picMkLst>
            <pc:docMk/>
            <pc:sldMk cId="2133725381" sldId="257"/>
            <ac:picMk id="2050" creationId="{BE9C2F49-1668-C6A0-4437-DFA13D4011CF}"/>
          </ac:picMkLst>
        </pc:picChg>
        <pc:picChg chg="add mod">
          <ac:chgData name="Mikhail Dvoinishnikov" userId="80fe050a-0038-475b-8509-2bf2a2d8246d" providerId="ADAL" clId="{8015E068-AFC2-4D2D-8305-96A4FF5774D5}" dt="2024-06-12T06:38:58.281" v="169" actId="14100"/>
          <ac:picMkLst>
            <pc:docMk/>
            <pc:sldMk cId="2133725381" sldId="257"/>
            <ac:picMk id="2052" creationId="{92D69703-4C4C-11DD-E307-D39124587F5B}"/>
          </ac:picMkLst>
        </pc:picChg>
        <pc:picChg chg="add mod">
          <ac:chgData name="Mikhail Dvoinishnikov" userId="80fe050a-0038-475b-8509-2bf2a2d8246d" providerId="ADAL" clId="{8015E068-AFC2-4D2D-8305-96A4FF5774D5}" dt="2024-06-12T06:39:09.129" v="171" actId="14100"/>
          <ac:picMkLst>
            <pc:docMk/>
            <pc:sldMk cId="2133725381" sldId="257"/>
            <ac:picMk id="2054" creationId="{4D1F5429-8050-2133-E262-BB0BF80114A3}"/>
          </ac:picMkLst>
        </pc:picChg>
        <pc:picChg chg="add del">
          <ac:chgData name="Mikhail Dvoinishnikov" userId="80fe050a-0038-475b-8509-2bf2a2d8246d" providerId="ADAL" clId="{8015E068-AFC2-4D2D-8305-96A4FF5774D5}" dt="2024-06-12T06:40:23.135" v="229"/>
          <ac:picMkLst>
            <pc:docMk/>
            <pc:sldMk cId="2133725381" sldId="257"/>
            <ac:picMk id="2056" creationId="{A585D07C-F8CD-66F7-4DDC-00E2D3A3455A}"/>
          </ac:picMkLst>
        </pc:picChg>
      </pc:sldChg>
      <pc:sldChg chg="addSp delSp modSp new add del mod">
        <pc:chgData name="Mikhail Dvoinishnikov" userId="80fe050a-0038-475b-8509-2bf2a2d8246d" providerId="ADAL" clId="{8015E068-AFC2-4D2D-8305-96A4FF5774D5}" dt="2024-06-12T06:53:45.031" v="497" actId="47"/>
        <pc:sldMkLst>
          <pc:docMk/>
          <pc:sldMk cId="1704811886" sldId="258"/>
        </pc:sldMkLst>
        <pc:spChg chg="mod">
          <ac:chgData name="Mikhail Dvoinishnikov" userId="80fe050a-0038-475b-8509-2bf2a2d8246d" providerId="ADAL" clId="{8015E068-AFC2-4D2D-8305-96A4FF5774D5}" dt="2024-06-12T06:49:43.323" v="412" actId="2711"/>
          <ac:spMkLst>
            <pc:docMk/>
            <pc:sldMk cId="1704811886" sldId="258"/>
            <ac:spMk id="2" creationId="{F0C62A77-1921-6D3E-30DC-63720392004C}"/>
          </ac:spMkLst>
        </pc:spChg>
        <pc:spChg chg="del">
          <ac:chgData name="Mikhail Dvoinishnikov" userId="80fe050a-0038-475b-8509-2bf2a2d8246d" providerId="ADAL" clId="{8015E068-AFC2-4D2D-8305-96A4FF5774D5}" dt="2024-06-12T06:43:43.888" v="393" actId="478"/>
          <ac:spMkLst>
            <pc:docMk/>
            <pc:sldMk cId="1704811886" sldId="258"/>
            <ac:spMk id="3" creationId="{C5C781E9-D196-E070-2074-C0F0ED44FDAB}"/>
          </ac:spMkLst>
        </pc:spChg>
        <pc:spChg chg="add mod">
          <ac:chgData name="Mikhail Dvoinishnikov" userId="80fe050a-0038-475b-8509-2bf2a2d8246d" providerId="ADAL" clId="{8015E068-AFC2-4D2D-8305-96A4FF5774D5}" dt="2024-06-12T06:51:45.908" v="475" actId="20577"/>
          <ac:spMkLst>
            <pc:docMk/>
            <pc:sldMk cId="1704811886" sldId="258"/>
            <ac:spMk id="4" creationId="{B975C057-1F08-7542-1C11-9680E1CFD13B}"/>
          </ac:spMkLst>
        </pc:spChg>
        <pc:picChg chg="add mod">
          <ac:chgData name="Mikhail Dvoinishnikov" userId="80fe050a-0038-475b-8509-2bf2a2d8246d" providerId="ADAL" clId="{8015E068-AFC2-4D2D-8305-96A4FF5774D5}" dt="2024-06-12T06:46:05.339" v="398" actId="1076"/>
          <ac:picMkLst>
            <pc:docMk/>
            <pc:sldMk cId="1704811886" sldId="258"/>
            <ac:picMk id="3074" creationId="{0196031A-F9CB-607A-117B-B1273FA9F74B}"/>
          </ac:picMkLst>
        </pc:picChg>
      </pc:sldChg>
      <pc:sldChg chg="addSp delSp modSp new del mod">
        <pc:chgData name="Mikhail Dvoinishnikov" userId="80fe050a-0038-475b-8509-2bf2a2d8246d" providerId="ADAL" clId="{8015E068-AFC2-4D2D-8305-96A4FF5774D5}" dt="2024-06-12T06:54:47.874" v="500" actId="47"/>
        <pc:sldMkLst>
          <pc:docMk/>
          <pc:sldMk cId="4134026724" sldId="259"/>
        </pc:sldMkLst>
        <pc:spChg chg="del mod">
          <ac:chgData name="Mikhail Dvoinishnikov" userId="80fe050a-0038-475b-8509-2bf2a2d8246d" providerId="ADAL" clId="{8015E068-AFC2-4D2D-8305-96A4FF5774D5}" dt="2024-06-12T06:54:36.249" v="498" actId="478"/>
          <ac:spMkLst>
            <pc:docMk/>
            <pc:sldMk cId="4134026724" sldId="259"/>
            <ac:spMk id="2" creationId="{DD957C8B-D6EC-F0C8-8EB4-9C9BC1FDFBF0}"/>
          </ac:spMkLst>
        </pc:spChg>
        <pc:spChg chg="del">
          <ac:chgData name="Mikhail Dvoinishnikov" userId="80fe050a-0038-475b-8509-2bf2a2d8246d" providerId="ADAL" clId="{8015E068-AFC2-4D2D-8305-96A4FF5774D5}" dt="2024-06-12T06:54:36.249" v="498" actId="478"/>
          <ac:spMkLst>
            <pc:docMk/>
            <pc:sldMk cId="4134026724" sldId="259"/>
            <ac:spMk id="3" creationId="{48AAF804-9261-C128-3DDF-6FF75486FEE2}"/>
          </ac:spMkLst>
        </pc:spChg>
        <pc:spChg chg="add mod">
          <ac:chgData name="Mikhail Dvoinishnikov" userId="80fe050a-0038-475b-8509-2bf2a2d8246d" providerId="ADAL" clId="{8015E068-AFC2-4D2D-8305-96A4FF5774D5}" dt="2024-06-12T06:54:36.249" v="498" actId="478"/>
          <ac:spMkLst>
            <pc:docMk/>
            <pc:sldMk cId="4134026724" sldId="259"/>
            <ac:spMk id="5" creationId="{DE7DA42E-520D-6F29-1BF6-D09B041A1964}"/>
          </ac:spMkLst>
        </pc:spChg>
      </pc:sldChg>
      <pc:sldChg chg="modSp new del mod">
        <pc:chgData name="Mikhail Dvoinishnikov" userId="80fe050a-0038-475b-8509-2bf2a2d8246d" providerId="ADAL" clId="{8015E068-AFC2-4D2D-8305-96A4FF5774D5}" dt="2024-06-12T07:00:11.517" v="589" actId="47"/>
        <pc:sldMkLst>
          <pc:docMk/>
          <pc:sldMk cId="1288086606" sldId="260"/>
        </pc:sldMkLst>
        <pc:spChg chg="mod">
          <ac:chgData name="Mikhail Dvoinishnikov" userId="80fe050a-0038-475b-8509-2bf2a2d8246d" providerId="ADAL" clId="{8015E068-AFC2-4D2D-8305-96A4FF5774D5}" dt="2024-06-12T06:42:31.279" v="313" actId="20577"/>
          <ac:spMkLst>
            <pc:docMk/>
            <pc:sldMk cId="1288086606" sldId="260"/>
            <ac:spMk id="2" creationId="{AF527DD7-4D6E-0469-0A1B-46552AD11931}"/>
          </ac:spMkLst>
        </pc:spChg>
      </pc:sldChg>
      <pc:sldChg chg="modSp new del mod">
        <pc:chgData name="Mikhail Dvoinishnikov" userId="80fe050a-0038-475b-8509-2bf2a2d8246d" providerId="ADAL" clId="{8015E068-AFC2-4D2D-8305-96A4FF5774D5}" dt="2024-06-12T07:08:00.276" v="742" actId="47"/>
        <pc:sldMkLst>
          <pc:docMk/>
          <pc:sldMk cId="3549160279" sldId="261"/>
        </pc:sldMkLst>
        <pc:spChg chg="mod">
          <ac:chgData name="Mikhail Dvoinishnikov" userId="80fe050a-0038-475b-8509-2bf2a2d8246d" providerId="ADAL" clId="{8015E068-AFC2-4D2D-8305-96A4FF5774D5}" dt="2024-06-12T06:42:37.976" v="320" actId="20577"/>
          <ac:spMkLst>
            <pc:docMk/>
            <pc:sldMk cId="3549160279" sldId="261"/>
            <ac:spMk id="2" creationId="{CF301303-4002-CFB9-F4D8-387422D300A0}"/>
          </ac:spMkLst>
        </pc:spChg>
      </pc:sldChg>
      <pc:sldChg chg="modSp new del mod">
        <pc:chgData name="Mikhail Dvoinishnikov" userId="80fe050a-0038-475b-8509-2bf2a2d8246d" providerId="ADAL" clId="{8015E068-AFC2-4D2D-8305-96A4FF5774D5}" dt="2024-06-12T07:08:08.261" v="744" actId="47"/>
        <pc:sldMkLst>
          <pc:docMk/>
          <pc:sldMk cId="2737887608" sldId="262"/>
        </pc:sldMkLst>
        <pc:spChg chg="mod">
          <ac:chgData name="Mikhail Dvoinishnikov" userId="80fe050a-0038-475b-8509-2bf2a2d8246d" providerId="ADAL" clId="{8015E068-AFC2-4D2D-8305-96A4FF5774D5}" dt="2024-06-12T06:42:42.098" v="327" actId="20577"/>
          <ac:spMkLst>
            <pc:docMk/>
            <pc:sldMk cId="2737887608" sldId="262"/>
            <ac:spMk id="2" creationId="{379BFF54-6EF1-CA03-FB91-2DEB6A56D6D2}"/>
          </ac:spMkLst>
        </pc:spChg>
      </pc:sldChg>
      <pc:sldChg chg="modSp new del mod">
        <pc:chgData name="Mikhail Dvoinishnikov" userId="80fe050a-0038-475b-8509-2bf2a2d8246d" providerId="ADAL" clId="{8015E068-AFC2-4D2D-8305-96A4FF5774D5}" dt="2024-06-12T07:11:27.629" v="798" actId="47"/>
        <pc:sldMkLst>
          <pc:docMk/>
          <pc:sldMk cId="3447299309" sldId="263"/>
        </pc:sldMkLst>
        <pc:spChg chg="mod">
          <ac:chgData name="Mikhail Dvoinishnikov" userId="80fe050a-0038-475b-8509-2bf2a2d8246d" providerId="ADAL" clId="{8015E068-AFC2-4D2D-8305-96A4FF5774D5}" dt="2024-06-12T06:42:49.278" v="336" actId="20577"/>
          <ac:spMkLst>
            <pc:docMk/>
            <pc:sldMk cId="3447299309" sldId="263"/>
            <ac:spMk id="2" creationId="{30B631F2-6EF0-50F6-AE83-F974AB2F5171}"/>
          </ac:spMkLst>
        </pc:spChg>
      </pc:sldChg>
      <pc:sldChg chg="modSp new del mod">
        <pc:chgData name="Mikhail Dvoinishnikov" userId="80fe050a-0038-475b-8509-2bf2a2d8246d" providerId="ADAL" clId="{8015E068-AFC2-4D2D-8305-96A4FF5774D5}" dt="2024-06-12T07:16:17.239" v="879" actId="47"/>
        <pc:sldMkLst>
          <pc:docMk/>
          <pc:sldMk cId="1207900091" sldId="264"/>
        </pc:sldMkLst>
        <pc:spChg chg="mod">
          <ac:chgData name="Mikhail Dvoinishnikov" userId="80fe050a-0038-475b-8509-2bf2a2d8246d" providerId="ADAL" clId="{8015E068-AFC2-4D2D-8305-96A4FF5774D5}" dt="2024-06-12T06:42:53.886" v="343" actId="20577"/>
          <ac:spMkLst>
            <pc:docMk/>
            <pc:sldMk cId="1207900091" sldId="264"/>
            <ac:spMk id="2" creationId="{D6AFE001-56E1-8E7E-2ACB-B6CC31F43226}"/>
          </ac:spMkLst>
        </pc:spChg>
      </pc:sldChg>
      <pc:sldChg chg="modSp new del mod">
        <pc:chgData name="Mikhail Dvoinishnikov" userId="80fe050a-0038-475b-8509-2bf2a2d8246d" providerId="ADAL" clId="{8015E068-AFC2-4D2D-8305-96A4FF5774D5}" dt="2024-06-12T07:20:38.279" v="952" actId="47"/>
        <pc:sldMkLst>
          <pc:docMk/>
          <pc:sldMk cId="1252236152" sldId="265"/>
        </pc:sldMkLst>
        <pc:spChg chg="mod">
          <ac:chgData name="Mikhail Dvoinishnikov" userId="80fe050a-0038-475b-8509-2bf2a2d8246d" providerId="ADAL" clId="{8015E068-AFC2-4D2D-8305-96A4FF5774D5}" dt="2024-06-12T06:42:58.438" v="352" actId="20577"/>
          <ac:spMkLst>
            <pc:docMk/>
            <pc:sldMk cId="1252236152" sldId="265"/>
            <ac:spMk id="2" creationId="{959F2B6F-97A5-BD7E-FE06-2C5FBC3B6ABA}"/>
          </ac:spMkLst>
        </pc:spChg>
      </pc:sldChg>
      <pc:sldChg chg="modSp new del mod">
        <pc:chgData name="Mikhail Dvoinishnikov" userId="80fe050a-0038-475b-8509-2bf2a2d8246d" providerId="ADAL" clId="{8015E068-AFC2-4D2D-8305-96A4FF5774D5}" dt="2024-06-12T07:20:38.981" v="953" actId="47"/>
        <pc:sldMkLst>
          <pc:docMk/>
          <pc:sldMk cId="3600736601" sldId="266"/>
        </pc:sldMkLst>
        <pc:spChg chg="mod">
          <ac:chgData name="Mikhail Dvoinishnikov" userId="80fe050a-0038-475b-8509-2bf2a2d8246d" providerId="ADAL" clId="{8015E068-AFC2-4D2D-8305-96A4FF5774D5}" dt="2024-06-12T06:43:02.259" v="362" actId="20577"/>
          <ac:spMkLst>
            <pc:docMk/>
            <pc:sldMk cId="3600736601" sldId="266"/>
            <ac:spMk id="2" creationId="{FC551444-9604-993E-85C3-CDDB3B2914D5}"/>
          </ac:spMkLst>
        </pc:spChg>
      </pc:sldChg>
      <pc:sldChg chg="modSp new del mod">
        <pc:chgData name="Mikhail Dvoinishnikov" userId="80fe050a-0038-475b-8509-2bf2a2d8246d" providerId="ADAL" clId="{8015E068-AFC2-4D2D-8305-96A4FF5774D5}" dt="2024-06-12T07:20:39.555" v="954" actId="47"/>
        <pc:sldMkLst>
          <pc:docMk/>
          <pc:sldMk cId="3586610582" sldId="267"/>
        </pc:sldMkLst>
        <pc:spChg chg="mod">
          <ac:chgData name="Mikhail Dvoinishnikov" userId="80fe050a-0038-475b-8509-2bf2a2d8246d" providerId="ADAL" clId="{8015E068-AFC2-4D2D-8305-96A4FF5774D5}" dt="2024-06-12T06:43:12.263" v="378" actId="20577"/>
          <ac:spMkLst>
            <pc:docMk/>
            <pc:sldMk cId="3586610582" sldId="267"/>
            <ac:spMk id="2" creationId="{A7724AD1-9756-2213-4B74-21938021707A}"/>
          </ac:spMkLst>
        </pc:spChg>
      </pc:sldChg>
      <pc:sldChg chg="modSp new del mod">
        <pc:chgData name="Mikhail Dvoinishnikov" userId="80fe050a-0038-475b-8509-2bf2a2d8246d" providerId="ADAL" clId="{8015E068-AFC2-4D2D-8305-96A4FF5774D5}" dt="2024-06-12T07:20:40.180" v="955" actId="47"/>
        <pc:sldMkLst>
          <pc:docMk/>
          <pc:sldMk cId="3483238759" sldId="268"/>
        </pc:sldMkLst>
        <pc:spChg chg="mod">
          <ac:chgData name="Mikhail Dvoinishnikov" userId="80fe050a-0038-475b-8509-2bf2a2d8246d" providerId="ADAL" clId="{8015E068-AFC2-4D2D-8305-96A4FF5774D5}" dt="2024-06-12T06:43:18.972" v="392" actId="20577"/>
          <ac:spMkLst>
            <pc:docMk/>
            <pc:sldMk cId="3483238759" sldId="268"/>
            <ac:spMk id="2" creationId="{B162BAB9-8B9B-8762-6A45-0AEBFEDAF266}"/>
          </ac:spMkLst>
        </pc:spChg>
      </pc:sldChg>
      <pc:sldChg chg="addSp delSp modSp new mod">
        <pc:chgData name="Mikhail Dvoinishnikov" userId="80fe050a-0038-475b-8509-2bf2a2d8246d" providerId="ADAL" clId="{8015E068-AFC2-4D2D-8305-96A4FF5774D5}" dt="2024-06-19T06:45:10.242" v="1596" actId="1076"/>
        <pc:sldMkLst>
          <pc:docMk/>
          <pc:sldMk cId="3998381114" sldId="269"/>
        </pc:sldMkLst>
        <pc:spChg chg="del">
          <ac:chgData name="Mikhail Dvoinishnikov" userId="80fe050a-0038-475b-8509-2bf2a2d8246d" providerId="ADAL" clId="{8015E068-AFC2-4D2D-8305-96A4FF5774D5}" dt="2024-06-12T06:52:15.116" v="477" actId="478"/>
          <ac:spMkLst>
            <pc:docMk/>
            <pc:sldMk cId="3998381114" sldId="269"/>
            <ac:spMk id="2" creationId="{6F0F3B19-A6D7-44E3-5B48-CF070898EFE6}"/>
          </ac:spMkLst>
        </pc:spChg>
        <pc:spChg chg="mod">
          <ac:chgData name="Mikhail Dvoinishnikov" userId="80fe050a-0038-475b-8509-2bf2a2d8246d" providerId="ADAL" clId="{8015E068-AFC2-4D2D-8305-96A4FF5774D5}" dt="2024-06-12T07:40:54.672" v="1127"/>
          <ac:spMkLst>
            <pc:docMk/>
            <pc:sldMk cId="3998381114" sldId="269"/>
            <ac:spMk id="3" creationId="{00567C32-FAED-BEFD-881D-A4D7D3CD8634}"/>
          </ac:spMkLst>
        </pc:spChg>
        <pc:spChg chg="del">
          <ac:chgData name="Mikhail Dvoinishnikov" userId="80fe050a-0038-475b-8509-2bf2a2d8246d" providerId="ADAL" clId="{8015E068-AFC2-4D2D-8305-96A4FF5774D5}" dt="2024-06-12T06:52:15.116" v="477" actId="478"/>
          <ac:spMkLst>
            <pc:docMk/>
            <pc:sldMk cId="3998381114" sldId="269"/>
            <ac:spMk id="3" creationId="{B7794B00-27B7-3AFC-8579-4D415BF0E6F3}"/>
          </ac:spMkLst>
        </pc:spChg>
        <pc:spChg chg="add del mod">
          <ac:chgData name="Mikhail Dvoinishnikov" userId="80fe050a-0038-475b-8509-2bf2a2d8246d" providerId="ADAL" clId="{8015E068-AFC2-4D2D-8305-96A4FF5774D5}" dt="2024-06-12T07:40:54.085" v="1126" actId="478"/>
          <ac:spMkLst>
            <pc:docMk/>
            <pc:sldMk cId="3998381114" sldId="269"/>
            <ac:spMk id="4" creationId="{A539C300-EA15-56E8-DD6E-133616C4F40B}"/>
          </ac:spMkLst>
        </pc:spChg>
        <pc:spChg chg="add del">
          <ac:chgData name="Mikhail Dvoinishnikov" userId="80fe050a-0038-475b-8509-2bf2a2d8246d" providerId="ADAL" clId="{8015E068-AFC2-4D2D-8305-96A4FF5774D5}" dt="2024-06-17T06:18:07.887" v="1200" actId="478"/>
          <ac:spMkLst>
            <pc:docMk/>
            <pc:sldMk cId="3998381114" sldId="269"/>
            <ac:spMk id="4" creationId="{FB2AB438-0A48-CE4B-531E-D607D1CFC46B}"/>
          </ac:spMkLst>
        </pc:spChg>
        <pc:spChg chg="add del mod">
          <ac:chgData name="Mikhail Dvoinishnikov" userId="80fe050a-0038-475b-8509-2bf2a2d8246d" providerId="ADAL" clId="{8015E068-AFC2-4D2D-8305-96A4FF5774D5}" dt="2024-06-12T07:42:35.334" v="1166" actId="478"/>
          <ac:spMkLst>
            <pc:docMk/>
            <pc:sldMk cId="3998381114" sldId="269"/>
            <ac:spMk id="5" creationId="{43C289AC-F7E6-7D0A-9820-A5E66BD6C0B4}"/>
          </ac:spMkLst>
        </pc:spChg>
        <pc:spChg chg="add del mod">
          <ac:chgData name="Mikhail Dvoinishnikov" userId="80fe050a-0038-475b-8509-2bf2a2d8246d" providerId="ADAL" clId="{8015E068-AFC2-4D2D-8305-96A4FF5774D5}" dt="2024-06-17T06:19:52.566" v="1206" actId="478"/>
          <ac:spMkLst>
            <pc:docMk/>
            <pc:sldMk cId="3998381114" sldId="269"/>
            <ac:spMk id="5" creationId="{5186C513-6A07-E817-B812-7BE71628CF36}"/>
          </ac:spMkLst>
        </pc:spChg>
        <pc:spChg chg="add del mod">
          <ac:chgData name="Mikhail Dvoinishnikov" userId="80fe050a-0038-475b-8509-2bf2a2d8246d" providerId="ADAL" clId="{8015E068-AFC2-4D2D-8305-96A4FF5774D5}" dt="2024-06-17T06:20:12.781" v="1214" actId="478"/>
          <ac:spMkLst>
            <pc:docMk/>
            <pc:sldMk cId="3998381114" sldId="269"/>
            <ac:spMk id="6" creationId="{5F434B0C-A5BE-39CF-4427-3FD20FD1C61D}"/>
          </ac:spMkLst>
        </pc:spChg>
        <pc:spChg chg="add del mod">
          <ac:chgData name="Mikhail Dvoinishnikov" userId="80fe050a-0038-475b-8509-2bf2a2d8246d" providerId="ADAL" clId="{8015E068-AFC2-4D2D-8305-96A4FF5774D5}" dt="2024-06-12T07:40:51.245" v="1124" actId="478"/>
          <ac:spMkLst>
            <pc:docMk/>
            <pc:sldMk cId="3998381114" sldId="269"/>
            <ac:spMk id="6" creationId="{B96B8E09-06C0-0325-8313-07CC0A6A62CC}"/>
          </ac:spMkLst>
        </pc:spChg>
        <pc:spChg chg="add del mod">
          <ac:chgData name="Mikhail Dvoinishnikov" userId="80fe050a-0038-475b-8509-2bf2a2d8246d" providerId="ADAL" clId="{8015E068-AFC2-4D2D-8305-96A4FF5774D5}" dt="2024-06-12T07:40:51.245" v="1124" actId="478"/>
          <ac:spMkLst>
            <pc:docMk/>
            <pc:sldMk cId="3998381114" sldId="269"/>
            <ac:spMk id="7" creationId="{101F1210-1553-354F-C5D4-39945AC04BBC}"/>
          </ac:spMkLst>
        </pc:spChg>
        <pc:spChg chg="add del mod">
          <ac:chgData name="Mikhail Dvoinishnikov" userId="80fe050a-0038-475b-8509-2bf2a2d8246d" providerId="ADAL" clId="{8015E068-AFC2-4D2D-8305-96A4FF5774D5}" dt="2024-06-17T06:25:16.303" v="1300" actId="478"/>
          <ac:spMkLst>
            <pc:docMk/>
            <pc:sldMk cId="3998381114" sldId="269"/>
            <ac:spMk id="7" creationId="{41AD8727-D5AC-E4F7-23DA-7D5BEC424E74}"/>
          </ac:spMkLst>
        </pc:spChg>
        <pc:spChg chg="mod">
          <ac:chgData name="Mikhail Dvoinishnikov" userId="80fe050a-0038-475b-8509-2bf2a2d8246d" providerId="ADAL" clId="{8015E068-AFC2-4D2D-8305-96A4FF5774D5}" dt="2024-06-12T07:43:58.604" v="1190" actId="207"/>
          <ac:spMkLst>
            <pc:docMk/>
            <pc:sldMk cId="3998381114" sldId="269"/>
            <ac:spMk id="8" creationId="{725C7414-C804-D6AB-6389-37F71399206A}"/>
          </ac:spMkLst>
        </pc:spChg>
        <pc:spChg chg="add del mod">
          <ac:chgData name="Mikhail Dvoinishnikov" userId="80fe050a-0038-475b-8509-2bf2a2d8246d" providerId="ADAL" clId="{8015E068-AFC2-4D2D-8305-96A4FF5774D5}" dt="2024-06-12T06:52:18.430" v="479" actId="478"/>
          <ac:spMkLst>
            <pc:docMk/>
            <pc:sldMk cId="3998381114" sldId="269"/>
            <ac:spMk id="8" creationId="{A9FA8AE8-C6A1-9D63-B207-DF529BA1B1A7}"/>
          </ac:spMkLst>
        </pc:spChg>
        <pc:spChg chg="add mod">
          <ac:chgData name="Mikhail Dvoinishnikov" userId="80fe050a-0038-475b-8509-2bf2a2d8246d" providerId="ADAL" clId="{8015E068-AFC2-4D2D-8305-96A4FF5774D5}" dt="2024-06-12T06:53:28.009" v="493" actId="1076"/>
          <ac:spMkLst>
            <pc:docMk/>
            <pc:sldMk cId="3998381114" sldId="269"/>
            <ac:spMk id="9" creationId="{ABBE7FBC-5B8F-629F-3F49-37DDA9402314}"/>
          </ac:spMkLst>
        </pc:spChg>
        <pc:spChg chg="add mod">
          <ac:chgData name="Mikhail Dvoinishnikov" userId="80fe050a-0038-475b-8509-2bf2a2d8246d" providerId="ADAL" clId="{8015E068-AFC2-4D2D-8305-96A4FF5774D5}" dt="2024-06-17T06:21:33.975" v="1230" actId="20577"/>
          <ac:spMkLst>
            <pc:docMk/>
            <pc:sldMk cId="3998381114" sldId="269"/>
            <ac:spMk id="11" creationId="{2C58F9F6-17D7-A9D4-8C95-BE77FF1A6640}"/>
          </ac:spMkLst>
        </pc:spChg>
        <pc:spChg chg="add del mod">
          <ac:chgData name="Mikhail Dvoinishnikov" userId="80fe050a-0038-475b-8509-2bf2a2d8246d" providerId="ADAL" clId="{8015E068-AFC2-4D2D-8305-96A4FF5774D5}" dt="2024-06-12T07:42:37.086" v="1167" actId="478"/>
          <ac:spMkLst>
            <pc:docMk/>
            <pc:sldMk cId="3998381114" sldId="269"/>
            <ac:spMk id="12" creationId="{8EDB030D-73F4-4B12-A611-67DDC2CD7EF7}"/>
          </ac:spMkLst>
        </pc:spChg>
        <pc:spChg chg="mod">
          <ac:chgData name="Mikhail Dvoinishnikov" userId="80fe050a-0038-475b-8509-2bf2a2d8246d" providerId="ADAL" clId="{8015E068-AFC2-4D2D-8305-96A4FF5774D5}" dt="2024-06-12T07:42:38.060" v="1168"/>
          <ac:spMkLst>
            <pc:docMk/>
            <pc:sldMk cId="3998381114" sldId="269"/>
            <ac:spMk id="15" creationId="{B4A0129E-C32B-5E2B-9C94-1285DC4DEA07}"/>
          </ac:spMkLst>
        </pc:spChg>
        <pc:spChg chg="mod">
          <ac:chgData name="Mikhail Dvoinishnikov" userId="80fe050a-0038-475b-8509-2bf2a2d8246d" providerId="ADAL" clId="{8015E068-AFC2-4D2D-8305-96A4FF5774D5}" dt="2024-06-12T07:42:38.060" v="1168"/>
          <ac:spMkLst>
            <pc:docMk/>
            <pc:sldMk cId="3998381114" sldId="269"/>
            <ac:spMk id="16" creationId="{ADECE7BB-D208-0A29-EC5B-7F5B27554182}"/>
          </ac:spMkLst>
        </pc:spChg>
        <pc:spChg chg="add del mod">
          <ac:chgData name="Mikhail Dvoinishnikov" userId="80fe050a-0038-475b-8509-2bf2a2d8246d" providerId="ADAL" clId="{8015E068-AFC2-4D2D-8305-96A4FF5774D5}" dt="2024-06-17T06:25:12.495" v="1295" actId="478"/>
          <ac:spMkLst>
            <pc:docMk/>
            <pc:sldMk cId="3998381114" sldId="269"/>
            <ac:spMk id="17" creationId="{318D8CB0-C44D-3C25-D52C-062C0C7832C4}"/>
          </ac:spMkLst>
        </pc:spChg>
        <pc:spChg chg="add del mod">
          <ac:chgData name="Mikhail Dvoinishnikov" userId="80fe050a-0038-475b-8509-2bf2a2d8246d" providerId="ADAL" clId="{8015E068-AFC2-4D2D-8305-96A4FF5774D5}" dt="2024-06-17T06:25:15.142" v="1299" actId="478"/>
          <ac:spMkLst>
            <pc:docMk/>
            <pc:sldMk cId="3998381114" sldId="269"/>
            <ac:spMk id="18" creationId="{C63E5FBA-6723-CBA7-0E3A-9509C0A698D5}"/>
          </ac:spMkLst>
        </pc:spChg>
        <pc:spChg chg="add mod topLvl">
          <ac:chgData name="Mikhail Dvoinishnikov" userId="80fe050a-0038-475b-8509-2bf2a2d8246d" providerId="ADAL" clId="{8015E068-AFC2-4D2D-8305-96A4FF5774D5}" dt="2024-06-19T06:42:42.150" v="1575" actId="164"/>
          <ac:spMkLst>
            <pc:docMk/>
            <pc:sldMk cId="3998381114" sldId="269"/>
            <ac:spMk id="19" creationId="{977D5EB1-3BE0-CFFE-D244-E7166A83C973}"/>
          </ac:spMkLst>
        </pc:spChg>
        <pc:spChg chg="add mod topLvl">
          <ac:chgData name="Mikhail Dvoinishnikov" userId="80fe050a-0038-475b-8509-2bf2a2d8246d" providerId="ADAL" clId="{8015E068-AFC2-4D2D-8305-96A4FF5774D5}" dt="2024-06-19T06:42:42.150" v="1575" actId="164"/>
          <ac:spMkLst>
            <pc:docMk/>
            <pc:sldMk cId="3998381114" sldId="269"/>
            <ac:spMk id="20" creationId="{404CA049-4892-DA16-AE6D-2A683171BD4F}"/>
          </ac:spMkLst>
        </pc:spChg>
        <pc:spChg chg="add mod topLvl">
          <ac:chgData name="Mikhail Dvoinishnikov" userId="80fe050a-0038-475b-8509-2bf2a2d8246d" providerId="ADAL" clId="{8015E068-AFC2-4D2D-8305-96A4FF5774D5}" dt="2024-06-19T06:42:42.150" v="1575" actId="164"/>
          <ac:spMkLst>
            <pc:docMk/>
            <pc:sldMk cId="3998381114" sldId="269"/>
            <ac:spMk id="21" creationId="{D41E92C8-2B93-4BCD-C22A-F07A844952E9}"/>
          </ac:spMkLst>
        </pc:spChg>
        <pc:spChg chg="add del mod">
          <ac:chgData name="Mikhail Dvoinishnikov" userId="80fe050a-0038-475b-8509-2bf2a2d8246d" providerId="ADAL" clId="{8015E068-AFC2-4D2D-8305-96A4FF5774D5}" dt="2024-06-17T06:25:12.498" v="1297"/>
          <ac:spMkLst>
            <pc:docMk/>
            <pc:sldMk cId="3998381114" sldId="269"/>
            <ac:spMk id="22" creationId="{32430130-BC46-3FBA-99F1-D5A724AF1FE6}"/>
          </ac:spMkLst>
        </pc:spChg>
        <pc:spChg chg="add mod topLvl">
          <ac:chgData name="Mikhail Dvoinishnikov" userId="80fe050a-0038-475b-8509-2bf2a2d8246d" providerId="ADAL" clId="{8015E068-AFC2-4D2D-8305-96A4FF5774D5}" dt="2024-06-19T06:42:42.150" v="1575" actId="164"/>
          <ac:spMkLst>
            <pc:docMk/>
            <pc:sldMk cId="3998381114" sldId="269"/>
            <ac:spMk id="23" creationId="{34F1430F-8AB7-201D-C1EE-5548208F0167}"/>
          </ac:spMkLst>
        </pc:spChg>
        <pc:spChg chg="add del mod">
          <ac:chgData name="Mikhail Dvoinishnikov" userId="80fe050a-0038-475b-8509-2bf2a2d8246d" providerId="ADAL" clId="{8015E068-AFC2-4D2D-8305-96A4FF5774D5}" dt="2024-06-17T06:26:33.263" v="1317" actId="478"/>
          <ac:spMkLst>
            <pc:docMk/>
            <pc:sldMk cId="3998381114" sldId="269"/>
            <ac:spMk id="24" creationId="{46AE4952-3DEF-7558-2484-D659FE89CA01}"/>
          </ac:spMkLst>
        </pc:spChg>
        <pc:spChg chg="add mod topLvl">
          <ac:chgData name="Mikhail Dvoinishnikov" userId="80fe050a-0038-475b-8509-2bf2a2d8246d" providerId="ADAL" clId="{8015E068-AFC2-4D2D-8305-96A4FF5774D5}" dt="2024-06-19T06:42:42.150" v="1575" actId="164"/>
          <ac:spMkLst>
            <pc:docMk/>
            <pc:sldMk cId="3998381114" sldId="269"/>
            <ac:spMk id="25" creationId="{43CE67B0-CE3E-8A7F-EF2B-A4B13A5EFEF8}"/>
          </ac:spMkLst>
        </pc:spChg>
        <pc:spChg chg="add mod topLvl">
          <ac:chgData name="Mikhail Dvoinishnikov" userId="80fe050a-0038-475b-8509-2bf2a2d8246d" providerId="ADAL" clId="{8015E068-AFC2-4D2D-8305-96A4FF5774D5}" dt="2024-06-19T06:42:42.150" v="1575" actId="164"/>
          <ac:spMkLst>
            <pc:docMk/>
            <pc:sldMk cId="3998381114" sldId="269"/>
            <ac:spMk id="26" creationId="{9832AAA2-F2E8-7209-373E-02986671AB78}"/>
          </ac:spMkLst>
        </pc:spChg>
        <pc:grpChg chg="add mod">
          <ac:chgData name="Mikhail Dvoinishnikov" userId="80fe050a-0038-475b-8509-2bf2a2d8246d" providerId="ADAL" clId="{8015E068-AFC2-4D2D-8305-96A4FF5774D5}" dt="2024-06-12T07:40:54.672" v="1127"/>
          <ac:grpSpMkLst>
            <pc:docMk/>
            <pc:sldMk cId="3998381114" sldId="269"/>
            <ac:grpSpMk id="2" creationId="{47584857-A2AF-43B1-E2BE-790F5A45CF64}"/>
          </ac:grpSpMkLst>
        </pc:grpChg>
        <pc:grpChg chg="add mod">
          <ac:chgData name="Mikhail Dvoinishnikov" userId="80fe050a-0038-475b-8509-2bf2a2d8246d" providerId="ADAL" clId="{8015E068-AFC2-4D2D-8305-96A4FF5774D5}" dt="2024-06-19T06:45:10.242" v="1596" actId="1076"/>
          <ac:grpSpMkLst>
            <pc:docMk/>
            <pc:sldMk cId="3998381114" sldId="269"/>
            <ac:grpSpMk id="4" creationId="{56158FDE-BBE2-1C3D-A388-A4D108ABF93E}"/>
          </ac:grpSpMkLst>
        </pc:grpChg>
        <pc:grpChg chg="add mod">
          <ac:chgData name="Mikhail Dvoinishnikov" userId="80fe050a-0038-475b-8509-2bf2a2d8246d" providerId="ADAL" clId="{8015E068-AFC2-4D2D-8305-96A4FF5774D5}" dt="2024-06-12T07:42:38.060" v="1168"/>
          <ac:grpSpMkLst>
            <pc:docMk/>
            <pc:sldMk cId="3998381114" sldId="269"/>
            <ac:grpSpMk id="14" creationId="{5820E75D-D4ED-9B7A-FA76-3671A525B90B}"/>
          </ac:grpSpMkLst>
        </pc:grpChg>
        <pc:grpChg chg="add del mod">
          <ac:chgData name="Mikhail Dvoinishnikov" userId="80fe050a-0038-475b-8509-2bf2a2d8246d" providerId="ADAL" clId="{8015E068-AFC2-4D2D-8305-96A4FF5774D5}" dt="2024-06-19T06:40:02.349" v="1545" actId="165"/>
          <ac:grpSpMkLst>
            <pc:docMk/>
            <pc:sldMk cId="3998381114" sldId="269"/>
            <ac:grpSpMk id="27" creationId="{47651597-7232-CDFC-FADD-19CEB9962541}"/>
          </ac:grpSpMkLst>
        </pc:grpChg>
        <pc:graphicFrameChg chg="add del mod">
          <ac:chgData name="Mikhail Dvoinishnikov" userId="80fe050a-0038-475b-8509-2bf2a2d8246d" providerId="ADAL" clId="{8015E068-AFC2-4D2D-8305-96A4FF5774D5}" dt="2024-06-17T06:35:42.902" v="1544" actId="478"/>
          <ac:graphicFrameMkLst>
            <pc:docMk/>
            <pc:sldMk cId="3998381114" sldId="269"/>
            <ac:graphicFrameMk id="12" creationId="{7D7E71CF-F3EA-AFE4-C32F-AA4C154F92D6}"/>
          </ac:graphicFrameMkLst>
        </pc:graphicFrameChg>
        <pc:picChg chg="add mod">
          <ac:chgData name="Mikhail Dvoinishnikov" userId="80fe050a-0038-475b-8509-2bf2a2d8246d" providerId="ADAL" clId="{8015E068-AFC2-4D2D-8305-96A4FF5774D5}" dt="2024-06-12T06:53:05.488" v="486" actId="1076"/>
          <ac:picMkLst>
            <pc:docMk/>
            <pc:sldMk cId="3998381114" sldId="269"/>
            <ac:picMk id="10" creationId="{75BBC4DE-3CB6-0871-4779-A93E0DE167FF}"/>
          </ac:picMkLst>
        </pc:picChg>
        <pc:picChg chg="mod">
          <ac:chgData name="Mikhail Dvoinishnikov" userId="80fe050a-0038-475b-8509-2bf2a2d8246d" providerId="ADAL" clId="{8015E068-AFC2-4D2D-8305-96A4FF5774D5}" dt="2024-06-12T07:40:54.672" v="1127"/>
          <ac:picMkLst>
            <pc:docMk/>
            <pc:sldMk cId="3998381114" sldId="269"/>
            <ac:picMk id="13" creationId="{920A9CB2-520C-52B0-AE78-131C8C5758CE}"/>
          </ac:picMkLst>
        </pc:picChg>
      </pc:sldChg>
      <pc:sldChg chg="addSp delSp modSp add mod">
        <pc:chgData name="Mikhail Dvoinishnikov" userId="80fe050a-0038-475b-8509-2bf2a2d8246d" providerId="ADAL" clId="{8015E068-AFC2-4D2D-8305-96A4FF5774D5}" dt="2024-06-19T06:45:27.895" v="1627" actId="20577"/>
        <pc:sldMkLst>
          <pc:docMk/>
          <pc:sldMk cId="3937080293" sldId="270"/>
        </pc:sldMkLst>
        <pc:spChg chg="add del mod">
          <ac:chgData name="Mikhail Dvoinishnikov" userId="80fe050a-0038-475b-8509-2bf2a2d8246d" providerId="ADAL" clId="{8015E068-AFC2-4D2D-8305-96A4FF5774D5}" dt="2024-06-12T07:42:42.278" v="1170" actId="478"/>
          <ac:spMkLst>
            <pc:docMk/>
            <pc:sldMk cId="3937080293" sldId="270"/>
            <ac:spMk id="2" creationId="{902D9A8C-F356-3149-F2B1-912A0592742C}"/>
          </ac:spMkLst>
        </pc:spChg>
        <pc:spChg chg="add del mod">
          <ac:chgData name="Mikhail Dvoinishnikov" userId="80fe050a-0038-475b-8509-2bf2a2d8246d" providerId="ADAL" clId="{8015E068-AFC2-4D2D-8305-96A4FF5774D5}" dt="2024-06-17T06:28:49.521" v="1347"/>
          <ac:spMkLst>
            <pc:docMk/>
            <pc:sldMk cId="3937080293" sldId="270"/>
            <ac:spMk id="2" creationId="{FA53FDB3-25FD-825E-264F-31B048F2B45E}"/>
          </ac:spMkLst>
        </pc:spChg>
        <pc:spChg chg="del">
          <ac:chgData name="Mikhail Dvoinishnikov" userId="80fe050a-0038-475b-8509-2bf2a2d8246d" providerId="ADAL" clId="{8015E068-AFC2-4D2D-8305-96A4FF5774D5}" dt="2024-06-12T07:41:11.494" v="1134" actId="478"/>
          <ac:spMkLst>
            <pc:docMk/>
            <pc:sldMk cId="3937080293" sldId="270"/>
            <ac:spMk id="4" creationId="{A539C300-EA15-56E8-DD6E-133616C4F40B}"/>
          </ac:spMkLst>
        </pc:spChg>
        <pc:spChg chg="del">
          <ac:chgData name="Mikhail Dvoinishnikov" userId="80fe050a-0038-475b-8509-2bf2a2d8246d" providerId="ADAL" clId="{8015E068-AFC2-4D2D-8305-96A4FF5774D5}" dt="2024-06-12T07:42:41.008" v="1169" actId="478"/>
          <ac:spMkLst>
            <pc:docMk/>
            <pc:sldMk cId="3937080293" sldId="270"/>
            <ac:spMk id="5" creationId="{43C289AC-F7E6-7D0A-9820-A5E66BD6C0B4}"/>
          </ac:spMkLst>
        </pc:spChg>
        <pc:spChg chg="mod">
          <ac:chgData name="Mikhail Dvoinishnikov" userId="80fe050a-0038-475b-8509-2bf2a2d8246d" providerId="ADAL" clId="{8015E068-AFC2-4D2D-8305-96A4FF5774D5}" dt="2024-06-17T06:29:01.637" v="1348"/>
          <ac:spMkLst>
            <pc:docMk/>
            <pc:sldMk cId="3937080293" sldId="270"/>
            <ac:spMk id="5" creationId="{C41635CC-7358-FC0B-8B04-B32A1AB6B867}"/>
          </ac:spMkLst>
        </pc:spChg>
        <pc:spChg chg="mod">
          <ac:chgData name="Mikhail Dvoinishnikov" userId="80fe050a-0038-475b-8509-2bf2a2d8246d" providerId="ADAL" clId="{8015E068-AFC2-4D2D-8305-96A4FF5774D5}" dt="2024-06-17T06:29:01.637" v="1348"/>
          <ac:spMkLst>
            <pc:docMk/>
            <pc:sldMk cId="3937080293" sldId="270"/>
            <ac:spMk id="6" creationId="{3323E133-BFBB-6605-1F20-2DCB39757486}"/>
          </ac:spMkLst>
        </pc:spChg>
        <pc:spChg chg="del">
          <ac:chgData name="Mikhail Dvoinishnikov" userId="80fe050a-0038-475b-8509-2bf2a2d8246d" providerId="ADAL" clId="{8015E068-AFC2-4D2D-8305-96A4FF5774D5}" dt="2024-06-12T07:41:12.406" v="1135" actId="478"/>
          <ac:spMkLst>
            <pc:docMk/>
            <pc:sldMk cId="3937080293" sldId="270"/>
            <ac:spMk id="6" creationId="{B96B8E09-06C0-0325-8313-07CC0A6A62CC}"/>
          </ac:spMkLst>
        </pc:spChg>
        <pc:spChg chg="del mod">
          <ac:chgData name="Mikhail Dvoinishnikov" userId="80fe050a-0038-475b-8509-2bf2a2d8246d" providerId="ADAL" clId="{8015E068-AFC2-4D2D-8305-96A4FF5774D5}" dt="2024-06-12T07:41:13.720" v="1136" actId="478"/>
          <ac:spMkLst>
            <pc:docMk/>
            <pc:sldMk cId="3937080293" sldId="270"/>
            <ac:spMk id="7" creationId="{101F1210-1553-354F-C5D4-39945AC04BBC}"/>
          </ac:spMkLst>
        </pc:spChg>
        <pc:spChg chg="mod">
          <ac:chgData name="Mikhail Dvoinishnikov" userId="80fe050a-0038-475b-8509-2bf2a2d8246d" providerId="ADAL" clId="{8015E068-AFC2-4D2D-8305-96A4FF5774D5}" dt="2024-06-17T06:29:01.637" v="1348"/>
          <ac:spMkLst>
            <pc:docMk/>
            <pc:sldMk cId="3937080293" sldId="270"/>
            <ac:spMk id="7" creationId="{253B5F04-4994-9310-F60B-301640438882}"/>
          </ac:spMkLst>
        </pc:spChg>
        <pc:spChg chg="mod">
          <ac:chgData name="Mikhail Dvoinishnikov" userId="80fe050a-0038-475b-8509-2bf2a2d8246d" providerId="ADAL" clId="{8015E068-AFC2-4D2D-8305-96A4FF5774D5}" dt="2024-06-12T07:41:14.928" v="1137"/>
          <ac:spMkLst>
            <pc:docMk/>
            <pc:sldMk cId="3937080293" sldId="270"/>
            <ac:spMk id="8" creationId="{B256430D-2F2C-C4C5-5A6B-8638B6EEB340}"/>
          </ac:spMkLst>
        </pc:spChg>
        <pc:spChg chg="mod">
          <ac:chgData name="Mikhail Dvoinishnikov" userId="80fe050a-0038-475b-8509-2bf2a2d8246d" providerId="ADAL" clId="{8015E068-AFC2-4D2D-8305-96A4FF5774D5}" dt="2024-06-12T06:54:54.678" v="512" actId="20577"/>
          <ac:spMkLst>
            <pc:docMk/>
            <pc:sldMk cId="3937080293" sldId="270"/>
            <ac:spMk id="9" creationId="{ABBE7FBC-5B8F-629F-3F49-37DDA9402314}"/>
          </ac:spMkLst>
        </pc:spChg>
        <pc:spChg chg="mod">
          <ac:chgData name="Mikhail Dvoinishnikov" userId="80fe050a-0038-475b-8509-2bf2a2d8246d" providerId="ADAL" clId="{8015E068-AFC2-4D2D-8305-96A4FF5774D5}" dt="2024-06-12T07:44:03.412" v="1191" actId="207"/>
          <ac:spMkLst>
            <pc:docMk/>
            <pc:sldMk cId="3937080293" sldId="270"/>
            <ac:spMk id="10" creationId="{9C781917-5693-B677-3060-6CD128D65ACE}"/>
          </ac:spMkLst>
        </pc:spChg>
        <pc:spChg chg="mod">
          <ac:chgData name="Mikhail Dvoinishnikov" userId="80fe050a-0038-475b-8509-2bf2a2d8246d" providerId="ADAL" clId="{8015E068-AFC2-4D2D-8305-96A4FF5774D5}" dt="2024-06-17T06:29:11.990" v="1350" actId="20577"/>
          <ac:spMkLst>
            <pc:docMk/>
            <pc:sldMk cId="3937080293" sldId="270"/>
            <ac:spMk id="11" creationId="{2C58F9F6-17D7-A9D4-8C95-BE77FF1A6640}"/>
          </ac:spMkLst>
        </pc:spChg>
        <pc:spChg chg="mod">
          <ac:chgData name="Mikhail Dvoinishnikov" userId="80fe050a-0038-475b-8509-2bf2a2d8246d" providerId="ADAL" clId="{8015E068-AFC2-4D2D-8305-96A4FF5774D5}" dt="2024-06-12T07:42:43.291" v="1171"/>
          <ac:spMkLst>
            <pc:docMk/>
            <pc:sldMk cId="3937080293" sldId="270"/>
            <ac:spMk id="14" creationId="{F431F57D-1A4C-8A5D-227F-676EC94720DD}"/>
          </ac:spMkLst>
        </pc:spChg>
        <pc:spChg chg="mod">
          <ac:chgData name="Mikhail Dvoinishnikov" userId="80fe050a-0038-475b-8509-2bf2a2d8246d" providerId="ADAL" clId="{8015E068-AFC2-4D2D-8305-96A4FF5774D5}" dt="2024-06-12T07:42:43.291" v="1171"/>
          <ac:spMkLst>
            <pc:docMk/>
            <pc:sldMk cId="3937080293" sldId="270"/>
            <ac:spMk id="15" creationId="{5033E7D9-F626-7F7C-F6F5-EE4722F204B8}"/>
          </ac:spMkLst>
        </pc:spChg>
        <pc:spChg chg="mod">
          <ac:chgData name="Mikhail Dvoinishnikov" userId="80fe050a-0038-475b-8509-2bf2a2d8246d" providerId="ADAL" clId="{8015E068-AFC2-4D2D-8305-96A4FF5774D5}" dt="2024-06-17T06:29:36.052" v="1362" actId="20577"/>
          <ac:spMkLst>
            <pc:docMk/>
            <pc:sldMk cId="3937080293" sldId="270"/>
            <ac:spMk id="16" creationId="{C68C8E44-28B6-7E6F-679D-3B34DB58DBB2}"/>
          </ac:spMkLst>
        </pc:spChg>
        <pc:spChg chg="mod">
          <ac:chgData name="Mikhail Dvoinishnikov" userId="80fe050a-0038-475b-8509-2bf2a2d8246d" providerId="ADAL" clId="{8015E068-AFC2-4D2D-8305-96A4FF5774D5}" dt="2024-06-17T06:29:51.816" v="1378" actId="20577"/>
          <ac:spMkLst>
            <pc:docMk/>
            <pc:sldMk cId="3937080293" sldId="270"/>
            <ac:spMk id="17" creationId="{22F3A841-8169-0CDE-2908-6D48214A7B0E}"/>
          </ac:spMkLst>
        </pc:spChg>
        <pc:spChg chg="mod">
          <ac:chgData name="Mikhail Dvoinishnikov" userId="80fe050a-0038-475b-8509-2bf2a2d8246d" providerId="ADAL" clId="{8015E068-AFC2-4D2D-8305-96A4FF5774D5}" dt="2024-06-17T06:30:01.999" v="1384" actId="20577"/>
          <ac:spMkLst>
            <pc:docMk/>
            <pc:sldMk cId="3937080293" sldId="270"/>
            <ac:spMk id="18" creationId="{A4299D4A-CFAF-97B3-8F83-3C9A60BCCF21}"/>
          </ac:spMkLst>
        </pc:spChg>
        <pc:spChg chg="mod">
          <ac:chgData name="Mikhail Dvoinishnikov" userId="80fe050a-0038-475b-8509-2bf2a2d8246d" providerId="ADAL" clId="{8015E068-AFC2-4D2D-8305-96A4FF5774D5}" dt="2024-06-19T06:43:15.529" v="1578"/>
          <ac:spMkLst>
            <pc:docMk/>
            <pc:sldMk cId="3937080293" sldId="270"/>
            <ac:spMk id="19" creationId="{78FB1858-B354-4844-8524-E7B51501857A}"/>
          </ac:spMkLst>
        </pc:spChg>
        <pc:spChg chg="mod">
          <ac:chgData name="Mikhail Dvoinishnikov" userId="80fe050a-0038-475b-8509-2bf2a2d8246d" providerId="ADAL" clId="{8015E068-AFC2-4D2D-8305-96A4FF5774D5}" dt="2024-06-19T06:43:15.529" v="1578"/>
          <ac:spMkLst>
            <pc:docMk/>
            <pc:sldMk cId="3937080293" sldId="270"/>
            <ac:spMk id="20" creationId="{A1933355-E877-D8FD-BAAF-803F2B3E9807}"/>
          </ac:spMkLst>
        </pc:spChg>
        <pc:spChg chg="mod">
          <ac:chgData name="Mikhail Dvoinishnikov" userId="80fe050a-0038-475b-8509-2bf2a2d8246d" providerId="ADAL" clId="{8015E068-AFC2-4D2D-8305-96A4FF5774D5}" dt="2024-06-19T06:43:15.529" v="1578"/>
          <ac:spMkLst>
            <pc:docMk/>
            <pc:sldMk cId="3937080293" sldId="270"/>
            <ac:spMk id="21" creationId="{CD34E807-E9A3-8852-159C-EC87922BF8F7}"/>
          </ac:spMkLst>
        </pc:spChg>
        <pc:spChg chg="mod">
          <ac:chgData name="Mikhail Dvoinishnikov" userId="80fe050a-0038-475b-8509-2bf2a2d8246d" providerId="ADAL" clId="{8015E068-AFC2-4D2D-8305-96A4FF5774D5}" dt="2024-06-19T06:45:16.574" v="1603" actId="20577"/>
          <ac:spMkLst>
            <pc:docMk/>
            <pc:sldMk cId="3937080293" sldId="270"/>
            <ac:spMk id="22" creationId="{8C9EC05D-8B9C-C8E8-B6E9-BF93786CDCDA}"/>
          </ac:spMkLst>
        </pc:spChg>
        <pc:spChg chg="mod">
          <ac:chgData name="Mikhail Dvoinishnikov" userId="80fe050a-0038-475b-8509-2bf2a2d8246d" providerId="ADAL" clId="{8015E068-AFC2-4D2D-8305-96A4FF5774D5}" dt="2024-06-19T06:45:21.668" v="1615" actId="20577"/>
          <ac:spMkLst>
            <pc:docMk/>
            <pc:sldMk cId="3937080293" sldId="270"/>
            <ac:spMk id="23" creationId="{4B0FA7A8-95CC-1662-9ED4-BB2229443729}"/>
          </ac:spMkLst>
        </pc:spChg>
        <pc:spChg chg="mod">
          <ac:chgData name="Mikhail Dvoinishnikov" userId="80fe050a-0038-475b-8509-2bf2a2d8246d" providerId="ADAL" clId="{8015E068-AFC2-4D2D-8305-96A4FF5774D5}" dt="2024-06-19T06:45:27.895" v="1627" actId="20577"/>
          <ac:spMkLst>
            <pc:docMk/>
            <pc:sldMk cId="3937080293" sldId="270"/>
            <ac:spMk id="24" creationId="{92F678D3-0C3B-008D-B45C-01C2B4D8690C}"/>
          </ac:spMkLst>
        </pc:spChg>
        <pc:grpChg chg="add mod">
          <ac:chgData name="Mikhail Dvoinishnikov" userId="80fe050a-0038-475b-8509-2bf2a2d8246d" providerId="ADAL" clId="{8015E068-AFC2-4D2D-8305-96A4FF5774D5}" dt="2024-06-19T06:44:27.664" v="1591" actId="1076"/>
          <ac:grpSpMkLst>
            <pc:docMk/>
            <pc:sldMk cId="3937080293" sldId="270"/>
            <ac:grpSpMk id="2" creationId="{B8546D0F-508A-8922-AF3C-7341ECFCA356}"/>
          </ac:grpSpMkLst>
        </pc:grpChg>
        <pc:grpChg chg="add mod">
          <ac:chgData name="Mikhail Dvoinishnikov" userId="80fe050a-0038-475b-8509-2bf2a2d8246d" providerId="ADAL" clId="{8015E068-AFC2-4D2D-8305-96A4FF5774D5}" dt="2024-06-12T07:41:14.928" v="1137"/>
          <ac:grpSpMkLst>
            <pc:docMk/>
            <pc:sldMk cId="3937080293" sldId="270"/>
            <ac:grpSpMk id="3" creationId="{09C9F800-2F09-1BA9-26F7-6B149CA69779}"/>
          </ac:grpSpMkLst>
        </pc:grpChg>
        <pc:grpChg chg="add del mod">
          <ac:chgData name="Mikhail Dvoinishnikov" userId="80fe050a-0038-475b-8509-2bf2a2d8246d" providerId="ADAL" clId="{8015E068-AFC2-4D2D-8305-96A4FF5774D5}" dt="2024-06-19T06:43:15.184" v="1577" actId="478"/>
          <ac:grpSpMkLst>
            <pc:docMk/>
            <pc:sldMk cId="3937080293" sldId="270"/>
            <ac:grpSpMk id="4" creationId="{8C3E14B5-013F-5019-C1F1-3DAFA3FF3E0F}"/>
          </ac:grpSpMkLst>
        </pc:grpChg>
        <pc:grpChg chg="add mod">
          <ac:chgData name="Mikhail Dvoinishnikov" userId="80fe050a-0038-475b-8509-2bf2a2d8246d" providerId="ADAL" clId="{8015E068-AFC2-4D2D-8305-96A4FF5774D5}" dt="2024-06-12T07:42:43.291" v="1171"/>
          <ac:grpSpMkLst>
            <pc:docMk/>
            <pc:sldMk cId="3937080293" sldId="270"/>
            <ac:grpSpMk id="13" creationId="{1D592ABE-8147-4BB8-2C54-C49FD936F693}"/>
          </ac:grpSpMkLst>
        </pc:grpChg>
        <pc:picChg chg="del mod">
          <ac:chgData name="Mikhail Dvoinishnikov" userId="80fe050a-0038-475b-8509-2bf2a2d8246d" providerId="ADAL" clId="{8015E068-AFC2-4D2D-8305-96A4FF5774D5}" dt="2024-06-12T06:57:27.778" v="543" actId="478"/>
          <ac:picMkLst>
            <pc:docMk/>
            <pc:sldMk cId="3937080293" sldId="270"/>
            <ac:picMk id="10" creationId="{75BBC4DE-3CB6-0871-4779-A93E0DE167FF}"/>
          </ac:picMkLst>
        </pc:picChg>
        <pc:picChg chg="mod">
          <ac:chgData name="Mikhail Dvoinishnikov" userId="80fe050a-0038-475b-8509-2bf2a2d8246d" providerId="ADAL" clId="{8015E068-AFC2-4D2D-8305-96A4FF5774D5}" dt="2024-06-12T07:41:14.928" v="1137"/>
          <ac:picMkLst>
            <pc:docMk/>
            <pc:sldMk cId="3937080293" sldId="270"/>
            <ac:picMk id="12" creationId="{F956433C-2DD6-D2E0-87D4-B6FC557EEABF}"/>
          </ac:picMkLst>
        </pc:picChg>
        <pc:picChg chg="add mod">
          <ac:chgData name="Mikhail Dvoinishnikov" userId="80fe050a-0038-475b-8509-2bf2a2d8246d" providerId="ADAL" clId="{8015E068-AFC2-4D2D-8305-96A4FF5774D5}" dt="2024-06-12T06:57:49.336" v="545" actId="1076"/>
          <ac:picMkLst>
            <pc:docMk/>
            <pc:sldMk cId="3937080293" sldId="270"/>
            <ac:picMk id="4098" creationId="{3A3E3840-967C-E7BB-8650-8024D317C7AF}"/>
          </ac:picMkLst>
        </pc:picChg>
      </pc:sldChg>
      <pc:sldChg chg="addSp delSp modSp add mod">
        <pc:chgData name="Mikhail Dvoinishnikov" userId="80fe050a-0038-475b-8509-2bf2a2d8246d" providerId="ADAL" clId="{8015E068-AFC2-4D2D-8305-96A4FF5774D5}" dt="2024-06-19T06:45:54.513" v="1647" actId="20577"/>
        <pc:sldMkLst>
          <pc:docMk/>
          <pc:sldMk cId="2790967503" sldId="271"/>
        </pc:sldMkLst>
        <pc:spChg chg="add del mod">
          <ac:chgData name="Mikhail Dvoinishnikov" userId="80fe050a-0038-475b-8509-2bf2a2d8246d" providerId="ADAL" clId="{8015E068-AFC2-4D2D-8305-96A4FF5774D5}" dt="2024-06-12T07:42:48.205" v="1173" actId="478"/>
          <ac:spMkLst>
            <pc:docMk/>
            <pc:sldMk cId="2790967503" sldId="271"/>
            <ac:spMk id="2" creationId="{E238D629-5C64-142D-D1F3-CA937A2DD7F1}"/>
          </ac:spMkLst>
        </pc:spChg>
        <pc:spChg chg="mod">
          <ac:chgData name="Mikhail Dvoinishnikov" userId="80fe050a-0038-475b-8509-2bf2a2d8246d" providerId="ADAL" clId="{8015E068-AFC2-4D2D-8305-96A4FF5774D5}" dt="2024-06-17T06:30:50.781" v="1386"/>
          <ac:spMkLst>
            <pc:docMk/>
            <pc:sldMk cId="2790967503" sldId="271"/>
            <ac:spMk id="3" creationId="{0C66E4BB-9DDE-8F7C-4BD9-131F6E0DF8FF}"/>
          </ac:spMkLst>
        </pc:spChg>
        <pc:spChg chg="mod">
          <ac:chgData name="Mikhail Dvoinishnikov" userId="80fe050a-0038-475b-8509-2bf2a2d8246d" providerId="ADAL" clId="{8015E068-AFC2-4D2D-8305-96A4FF5774D5}" dt="2024-06-19T06:43:20.801" v="1580"/>
          <ac:spMkLst>
            <pc:docMk/>
            <pc:sldMk cId="2790967503" sldId="271"/>
            <ac:spMk id="3" creationId="{54A53254-2031-4D38-2251-3116791CD766}"/>
          </ac:spMkLst>
        </pc:spChg>
        <pc:spChg chg="del">
          <ac:chgData name="Mikhail Dvoinishnikov" userId="80fe050a-0038-475b-8509-2bf2a2d8246d" providerId="ADAL" clId="{8015E068-AFC2-4D2D-8305-96A4FF5774D5}" dt="2024-06-12T07:41:47.455" v="1142" actId="478"/>
          <ac:spMkLst>
            <pc:docMk/>
            <pc:sldMk cId="2790967503" sldId="271"/>
            <ac:spMk id="4" creationId="{A539C300-EA15-56E8-DD6E-133616C4F40B}"/>
          </ac:spMkLst>
        </pc:spChg>
        <pc:spChg chg="mod">
          <ac:chgData name="Mikhail Dvoinishnikov" userId="80fe050a-0038-475b-8509-2bf2a2d8246d" providerId="ADAL" clId="{8015E068-AFC2-4D2D-8305-96A4FF5774D5}" dt="2024-06-19T06:43:20.801" v="1580"/>
          <ac:spMkLst>
            <pc:docMk/>
            <pc:sldMk cId="2790967503" sldId="271"/>
            <ac:spMk id="4" creationId="{C36594F8-E6DC-EE76-DA0C-D84F55B4C141}"/>
          </ac:spMkLst>
        </pc:spChg>
        <pc:spChg chg="mod">
          <ac:chgData name="Mikhail Dvoinishnikov" userId="80fe050a-0038-475b-8509-2bf2a2d8246d" providerId="ADAL" clId="{8015E068-AFC2-4D2D-8305-96A4FF5774D5}" dt="2024-06-17T06:30:50.781" v="1386"/>
          <ac:spMkLst>
            <pc:docMk/>
            <pc:sldMk cId="2790967503" sldId="271"/>
            <ac:spMk id="4" creationId="{DBFF3785-1C3F-3A58-7D97-D18703F7B4D4}"/>
          </ac:spMkLst>
        </pc:spChg>
        <pc:spChg chg="del">
          <ac:chgData name="Mikhail Dvoinishnikov" userId="80fe050a-0038-475b-8509-2bf2a2d8246d" providerId="ADAL" clId="{8015E068-AFC2-4D2D-8305-96A4FF5774D5}" dt="2024-06-12T07:42:47.047" v="1172" actId="478"/>
          <ac:spMkLst>
            <pc:docMk/>
            <pc:sldMk cId="2790967503" sldId="271"/>
            <ac:spMk id="5" creationId="{43C289AC-F7E6-7D0A-9820-A5E66BD6C0B4}"/>
          </ac:spMkLst>
        </pc:spChg>
        <pc:spChg chg="mod">
          <ac:chgData name="Mikhail Dvoinishnikov" userId="80fe050a-0038-475b-8509-2bf2a2d8246d" providerId="ADAL" clId="{8015E068-AFC2-4D2D-8305-96A4FF5774D5}" dt="2024-06-19T06:43:20.801" v="1580"/>
          <ac:spMkLst>
            <pc:docMk/>
            <pc:sldMk cId="2790967503" sldId="271"/>
            <ac:spMk id="5" creationId="{76BAB153-FBDC-F4AF-23C6-BF8E390BFDE8}"/>
          </ac:spMkLst>
        </pc:spChg>
        <pc:spChg chg="mod">
          <ac:chgData name="Mikhail Dvoinishnikov" userId="80fe050a-0038-475b-8509-2bf2a2d8246d" providerId="ADAL" clId="{8015E068-AFC2-4D2D-8305-96A4FF5774D5}" dt="2024-06-17T06:30:50.781" v="1386"/>
          <ac:spMkLst>
            <pc:docMk/>
            <pc:sldMk cId="2790967503" sldId="271"/>
            <ac:spMk id="5" creationId="{C891B7CD-1E9C-11C3-ADA0-7FDB0EB5856A}"/>
          </ac:spMkLst>
        </pc:spChg>
        <pc:spChg chg="mod">
          <ac:chgData name="Mikhail Dvoinishnikov" userId="80fe050a-0038-475b-8509-2bf2a2d8246d" providerId="ADAL" clId="{8015E068-AFC2-4D2D-8305-96A4FF5774D5}" dt="2024-06-17T06:31:32.523" v="1396" actId="20577"/>
          <ac:spMkLst>
            <pc:docMk/>
            <pc:sldMk cId="2790967503" sldId="271"/>
            <ac:spMk id="6" creationId="{73D42A7C-F369-F952-8DA5-AF02ED271795}"/>
          </ac:spMkLst>
        </pc:spChg>
        <pc:spChg chg="del">
          <ac:chgData name="Mikhail Dvoinishnikov" userId="80fe050a-0038-475b-8509-2bf2a2d8246d" providerId="ADAL" clId="{8015E068-AFC2-4D2D-8305-96A4FF5774D5}" dt="2024-06-12T07:41:47.915" v="1143" actId="478"/>
          <ac:spMkLst>
            <pc:docMk/>
            <pc:sldMk cId="2790967503" sldId="271"/>
            <ac:spMk id="6" creationId="{B96B8E09-06C0-0325-8313-07CC0A6A62CC}"/>
          </ac:spMkLst>
        </pc:spChg>
        <pc:spChg chg="mod">
          <ac:chgData name="Mikhail Dvoinishnikov" userId="80fe050a-0038-475b-8509-2bf2a2d8246d" providerId="ADAL" clId="{8015E068-AFC2-4D2D-8305-96A4FF5774D5}" dt="2024-06-19T06:45:47.104" v="1636" actId="20577"/>
          <ac:spMkLst>
            <pc:docMk/>
            <pc:sldMk cId="2790967503" sldId="271"/>
            <ac:spMk id="6" creationId="{BC91C830-767F-7686-EE50-3F473B3EA19C}"/>
          </ac:spMkLst>
        </pc:spChg>
        <pc:spChg chg="del mod">
          <ac:chgData name="Mikhail Dvoinishnikov" userId="80fe050a-0038-475b-8509-2bf2a2d8246d" providerId="ADAL" clId="{8015E068-AFC2-4D2D-8305-96A4FF5774D5}" dt="2024-06-12T07:41:50.445" v="1145" actId="478"/>
          <ac:spMkLst>
            <pc:docMk/>
            <pc:sldMk cId="2790967503" sldId="271"/>
            <ac:spMk id="7" creationId="{101F1210-1553-354F-C5D4-39945AC04BBC}"/>
          </ac:spMkLst>
        </pc:spChg>
        <pc:spChg chg="mod">
          <ac:chgData name="Mikhail Dvoinishnikov" userId="80fe050a-0038-475b-8509-2bf2a2d8246d" providerId="ADAL" clId="{8015E068-AFC2-4D2D-8305-96A4FF5774D5}" dt="2024-06-17T06:30:50.781" v="1386"/>
          <ac:spMkLst>
            <pc:docMk/>
            <pc:sldMk cId="2790967503" sldId="271"/>
            <ac:spMk id="7" creationId="{4DD244AF-2AFA-C504-1DB7-90B8EDF265E6}"/>
          </ac:spMkLst>
        </pc:spChg>
        <pc:spChg chg="mod">
          <ac:chgData name="Mikhail Dvoinishnikov" userId="80fe050a-0038-475b-8509-2bf2a2d8246d" providerId="ADAL" clId="{8015E068-AFC2-4D2D-8305-96A4FF5774D5}" dt="2024-06-19T06:45:50.559" v="1640" actId="20577"/>
          <ac:spMkLst>
            <pc:docMk/>
            <pc:sldMk cId="2790967503" sldId="271"/>
            <ac:spMk id="7" creationId="{AF9C2EBA-44D2-AE8A-A25C-0C50D857905B}"/>
          </ac:spMkLst>
        </pc:spChg>
        <pc:spChg chg="mod">
          <ac:chgData name="Mikhail Dvoinishnikov" userId="80fe050a-0038-475b-8509-2bf2a2d8246d" providerId="ADAL" clId="{8015E068-AFC2-4D2D-8305-96A4FF5774D5}" dt="2024-06-19T06:45:54.513" v="1647" actId="20577"/>
          <ac:spMkLst>
            <pc:docMk/>
            <pc:sldMk cId="2790967503" sldId="271"/>
            <ac:spMk id="8" creationId="{498EAF9A-A9B9-BD6D-93A9-657ABECC1642}"/>
          </ac:spMkLst>
        </pc:spChg>
        <pc:spChg chg="mod">
          <ac:chgData name="Mikhail Dvoinishnikov" userId="80fe050a-0038-475b-8509-2bf2a2d8246d" providerId="ADAL" clId="{8015E068-AFC2-4D2D-8305-96A4FF5774D5}" dt="2024-06-12T07:41:52.275" v="1146"/>
          <ac:spMkLst>
            <pc:docMk/>
            <pc:sldMk cId="2790967503" sldId="271"/>
            <ac:spMk id="8" creationId="{8E6F4960-1534-28DC-565B-BB8AAA30A571}"/>
          </ac:spMkLst>
        </pc:spChg>
        <pc:spChg chg="mod">
          <ac:chgData name="Mikhail Dvoinishnikov" userId="80fe050a-0038-475b-8509-2bf2a2d8246d" providerId="ADAL" clId="{8015E068-AFC2-4D2D-8305-96A4FF5774D5}" dt="2024-06-17T06:30:50.781" v="1386"/>
          <ac:spMkLst>
            <pc:docMk/>
            <pc:sldMk cId="2790967503" sldId="271"/>
            <ac:spMk id="8" creationId="{B3C22099-74A6-1052-F36A-9C79D4EEECAD}"/>
          </ac:spMkLst>
        </pc:spChg>
        <pc:spChg chg="mod">
          <ac:chgData name="Mikhail Dvoinishnikov" userId="80fe050a-0038-475b-8509-2bf2a2d8246d" providerId="ADAL" clId="{8015E068-AFC2-4D2D-8305-96A4FF5774D5}" dt="2024-06-12T06:58:06.948" v="550" actId="20577"/>
          <ac:spMkLst>
            <pc:docMk/>
            <pc:sldMk cId="2790967503" sldId="271"/>
            <ac:spMk id="9" creationId="{ABBE7FBC-5B8F-629F-3F49-37DDA9402314}"/>
          </ac:spMkLst>
        </pc:spChg>
        <pc:spChg chg="mod">
          <ac:chgData name="Mikhail Dvoinishnikov" userId="80fe050a-0038-475b-8509-2bf2a2d8246d" providerId="ADAL" clId="{8015E068-AFC2-4D2D-8305-96A4FF5774D5}" dt="2024-06-12T07:41:52.275" v="1146"/>
          <ac:spMkLst>
            <pc:docMk/>
            <pc:sldMk cId="2790967503" sldId="271"/>
            <ac:spMk id="10" creationId="{B05EEAD6-82B6-CF79-B23F-C2755E283792}"/>
          </ac:spMkLst>
        </pc:spChg>
        <pc:spChg chg="mod">
          <ac:chgData name="Mikhail Dvoinishnikov" userId="80fe050a-0038-475b-8509-2bf2a2d8246d" providerId="ADAL" clId="{8015E068-AFC2-4D2D-8305-96A4FF5774D5}" dt="2024-06-17T06:31:42.533" v="1401" actId="20577"/>
          <ac:spMkLst>
            <pc:docMk/>
            <pc:sldMk cId="2790967503" sldId="271"/>
            <ac:spMk id="11" creationId="{2C58F9F6-17D7-A9D4-8C95-BE77FF1A6640}"/>
          </ac:spMkLst>
        </pc:spChg>
        <pc:spChg chg="mod">
          <ac:chgData name="Mikhail Dvoinishnikov" userId="80fe050a-0038-475b-8509-2bf2a2d8246d" providerId="ADAL" clId="{8015E068-AFC2-4D2D-8305-96A4FF5774D5}" dt="2024-06-12T07:42:03.576" v="1148"/>
          <ac:spMkLst>
            <pc:docMk/>
            <pc:sldMk cId="2790967503" sldId="271"/>
            <ac:spMk id="13" creationId="{154321EC-9D7D-5A36-B73B-AD6975B690DF}"/>
          </ac:spMkLst>
        </pc:spChg>
        <pc:spChg chg="mod">
          <ac:chgData name="Mikhail Dvoinishnikov" userId="80fe050a-0038-475b-8509-2bf2a2d8246d" providerId="ADAL" clId="{8015E068-AFC2-4D2D-8305-96A4FF5774D5}" dt="2024-06-12T07:44:07.068" v="1192" actId="207"/>
          <ac:spMkLst>
            <pc:docMk/>
            <pc:sldMk cId="2790967503" sldId="271"/>
            <ac:spMk id="14" creationId="{3CDED4D9-04D2-6D52-FB57-E2F527F99ADF}"/>
          </ac:spMkLst>
        </pc:spChg>
        <pc:spChg chg="mod">
          <ac:chgData name="Mikhail Dvoinishnikov" userId="80fe050a-0038-475b-8509-2bf2a2d8246d" providerId="ADAL" clId="{8015E068-AFC2-4D2D-8305-96A4FF5774D5}" dt="2024-06-12T07:42:49.130" v="1174"/>
          <ac:spMkLst>
            <pc:docMk/>
            <pc:sldMk cId="2790967503" sldId="271"/>
            <ac:spMk id="17" creationId="{2695D443-57DC-4EE9-3DEA-F4C25698664B}"/>
          </ac:spMkLst>
        </pc:spChg>
        <pc:spChg chg="mod">
          <ac:chgData name="Mikhail Dvoinishnikov" userId="80fe050a-0038-475b-8509-2bf2a2d8246d" providerId="ADAL" clId="{8015E068-AFC2-4D2D-8305-96A4FF5774D5}" dt="2024-06-12T07:42:49.130" v="1174"/>
          <ac:spMkLst>
            <pc:docMk/>
            <pc:sldMk cId="2790967503" sldId="271"/>
            <ac:spMk id="18" creationId="{9555A151-D4AD-9BB9-8BFD-7E862D572FD5}"/>
          </ac:spMkLst>
        </pc:spChg>
        <pc:spChg chg="mod">
          <ac:chgData name="Mikhail Dvoinishnikov" userId="80fe050a-0038-475b-8509-2bf2a2d8246d" providerId="ADAL" clId="{8015E068-AFC2-4D2D-8305-96A4FF5774D5}" dt="2024-06-17T06:31:37.347" v="1399"/>
          <ac:spMkLst>
            <pc:docMk/>
            <pc:sldMk cId="2790967503" sldId="271"/>
            <ac:spMk id="19" creationId="{448AE289-E557-EC4C-5C1A-BC9CE5803C64}"/>
          </ac:spMkLst>
        </pc:spChg>
        <pc:spChg chg="mod">
          <ac:chgData name="Mikhail Dvoinishnikov" userId="80fe050a-0038-475b-8509-2bf2a2d8246d" providerId="ADAL" clId="{8015E068-AFC2-4D2D-8305-96A4FF5774D5}" dt="2024-06-17T06:31:37.347" v="1399"/>
          <ac:spMkLst>
            <pc:docMk/>
            <pc:sldMk cId="2790967503" sldId="271"/>
            <ac:spMk id="20" creationId="{4A5E2095-885D-F02F-823D-D16183A86A79}"/>
          </ac:spMkLst>
        </pc:spChg>
        <pc:spChg chg="mod">
          <ac:chgData name="Mikhail Dvoinishnikov" userId="80fe050a-0038-475b-8509-2bf2a2d8246d" providerId="ADAL" clId="{8015E068-AFC2-4D2D-8305-96A4FF5774D5}" dt="2024-06-17T06:31:37.347" v="1399"/>
          <ac:spMkLst>
            <pc:docMk/>
            <pc:sldMk cId="2790967503" sldId="271"/>
            <ac:spMk id="21" creationId="{5F8F42E0-0467-A34F-9C36-11BC6BB0F79D}"/>
          </ac:spMkLst>
        </pc:spChg>
        <pc:spChg chg="mod">
          <ac:chgData name="Mikhail Dvoinishnikov" userId="80fe050a-0038-475b-8509-2bf2a2d8246d" providerId="ADAL" clId="{8015E068-AFC2-4D2D-8305-96A4FF5774D5}" dt="2024-06-17T06:31:37.347" v="1399"/>
          <ac:spMkLst>
            <pc:docMk/>
            <pc:sldMk cId="2790967503" sldId="271"/>
            <ac:spMk id="22" creationId="{FA0339E1-D01B-8040-7A42-748C45734CDA}"/>
          </ac:spMkLst>
        </pc:spChg>
        <pc:spChg chg="mod">
          <ac:chgData name="Mikhail Dvoinishnikov" userId="80fe050a-0038-475b-8509-2bf2a2d8246d" providerId="ADAL" clId="{8015E068-AFC2-4D2D-8305-96A4FF5774D5}" dt="2024-06-17T06:31:37.347" v="1399"/>
          <ac:spMkLst>
            <pc:docMk/>
            <pc:sldMk cId="2790967503" sldId="271"/>
            <ac:spMk id="23" creationId="{DCA2A1E8-71FD-A67A-C350-1C0A4EACBC35}"/>
          </ac:spMkLst>
        </pc:spChg>
        <pc:spChg chg="mod">
          <ac:chgData name="Mikhail Dvoinishnikov" userId="80fe050a-0038-475b-8509-2bf2a2d8246d" providerId="ADAL" clId="{8015E068-AFC2-4D2D-8305-96A4FF5774D5}" dt="2024-06-17T06:31:37.347" v="1399"/>
          <ac:spMkLst>
            <pc:docMk/>
            <pc:sldMk cId="2790967503" sldId="271"/>
            <ac:spMk id="24" creationId="{70C3C366-0F52-5AF4-4F33-04087D4895B6}"/>
          </ac:spMkLst>
        </pc:spChg>
        <pc:spChg chg="mod">
          <ac:chgData name="Mikhail Dvoinishnikov" userId="80fe050a-0038-475b-8509-2bf2a2d8246d" providerId="ADAL" clId="{8015E068-AFC2-4D2D-8305-96A4FF5774D5}" dt="2024-06-17T06:31:44.058" v="1402"/>
          <ac:spMkLst>
            <pc:docMk/>
            <pc:sldMk cId="2790967503" sldId="271"/>
            <ac:spMk id="26" creationId="{355054EF-D6C0-C00F-54B2-41C37774F4F2}"/>
          </ac:spMkLst>
        </pc:spChg>
        <pc:spChg chg="mod">
          <ac:chgData name="Mikhail Dvoinishnikov" userId="80fe050a-0038-475b-8509-2bf2a2d8246d" providerId="ADAL" clId="{8015E068-AFC2-4D2D-8305-96A4FF5774D5}" dt="2024-06-17T06:31:44.058" v="1402"/>
          <ac:spMkLst>
            <pc:docMk/>
            <pc:sldMk cId="2790967503" sldId="271"/>
            <ac:spMk id="27" creationId="{6747562A-59F9-6526-2A4B-61E5CA168F27}"/>
          </ac:spMkLst>
        </pc:spChg>
        <pc:spChg chg="mod">
          <ac:chgData name="Mikhail Dvoinishnikov" userId="80fe050a-0038-475b-8509-2bf2a2d8246d" providerId="ADAL" clId="{8015E068-AFC2-4D2D-8305-96A4FF5774D5}" dt="2024-06-17T06:31:44.058" v="1402"/>
          <ac:spMkLst>
            <pc:docMk/>
            <pc:sldMk cId="2790967503" sldId="271"/>
            <ac:spMk id="28" creationId="{6D9AEED0-7D38-5188-E21B-37A6CED2A16F}"/>
          </ac:spMkLst>
        </pc:spChg>
        <pc:spChg chg="mod">
          <ac:chgData name="Mikhail Dvoinishnikov" userId="80fe050a-0038-475b-8509-2bf2a2d8246d" providerId="ADAL" clId="{8015E068-AFC2-4D2D-8305-96A4FF5774D5}" dt="2024-06-17T06:31:57.434" v="1413" actId="20577"/>
          <ac:spMkLst>
            <pc:docMk/>
            <pc:sldMk cId="2790967503" sldId="271"/>
            <ac:spMk id="29" creationId="{71604621-B80C-F697-9245-15E040E64000}"/>
          </ac:spMkLst>
        </pc:spChg>
        <pc:spChg chg="mod">
          <ac:chgData name="Mikhail Dvoinishnikov" userId="80fe050a-0038-475b-8509-2bf2a2d8246d" providerId="ADAL" clId="{8015E068-AFC2-4D2D-8305-96A4FF5774D5}" dt="2024-06-17T06:32:01.260" v="1419" actId="20577"/>
          <ac:spMkLst>
            <pc:docMk/>
            <pc:sldMk cId="2790967503" sldId="271"/>
            <ac:spMk id="30" creationId="{9231B645-A447-CB58-8695-3126A1C03E6C}"/>
          </ac:spMkLst>
        </pc:spChg>
        <pc:spChg chg="mod">
          <ac:chgData name="Mikhail Dvoinishnikov" userId="80fe050a-0038-475b-8509-2bf2a2d8246d" providerId="ADAL" clId="{8015E068-AFC2-4D2D-8305-96A4FF5774D5}" dt="2024-06-17T06:32:04.866" v="1426" actId="20577"/>
          <ac:spMkLst>
            <pc:docMk/>
            <pc:sldMk cId="2790967503" sldId="271"/>
            <ac:spMk id="31" creationId="{76950323-3DA5-17F6-A7D0-38F881EE7333}"/>
          </ac:spMkLst>
        </pc:spChg>
        <pc:grpChg chg="add mod">
          <ac:chgData name="Mikhail Dvoinishnikov" userId="80fe050a-0038-475b-8509-2bf2a2d8246d" providerId="ADAL" clId="{8015E068-AFC2-4D2D-8305-96A4FF5774D5}" dt="2024-06-19T06:44:22.016" v="1590" actId="1076"/>
          <ac:grpSpMkLst>
            <pc:docMk/>
            <pc:sldMk cId="2790967503" sldId="271"/>
            <ac:grpSpMk id="2" creationId="{60B6AF2E-EABF-54A6-40B5-E1B943F3225F}"/>
          </ac:grpSpMkLst>
        </pc:grpChg>
        <pc:grpChg chg="add del mod">
          <ac:chgData name="Mikhail Dvoinishnikov" userId="80fe050a-0038-475b-8509-2bf2a2d8246d" providerId="ADAL" clId="{8015E068-AFC2-4D2D-8305-96A4FF5774D5}" dt="2024-06-17T06:31:32.883" v="1397"/>
          <ac:grpSpMkLst>
            <pc:docMk/>
            <pc:sldMk cId="2790967503" sldId="271"/>
            <ac:grpSpMk id="2" creationId="{DAEC91DC-8AB6-D043-D2D3-8CA58D2AE5A0}"/>
          </ac:grpSpMkLst>
        </pc:grpChg>
        <pc:grpChg chg="add del mod">
          <ac:chgData name="Mikhail Dvoinishnikov" userId="80fe050a-0038-475b-8509-2bf2a2d8246d" providerId="ADAL" clId="{8015E068-AFC2-4D2D-8305-96A4FF5774D5}" dt="2024-06-12T07:41:57.083" v="1147"/>
          <ac:grpSpMkLst>
            <pc:docMk/>
            <pc:sldMk cId="2790967503" sldId="271"/>
            <ac:grpSpMk id="3" creationId="{9AF16D40-66B2-1717-D002-CFA626D9822B}"/>
          </ac:grpSpMkLst>
        </pc:grpChg>
        <pc:grpChg chg="add del mod">
          <ac:chgData name="Mikhail Dvoinishnikov" userId="80fe050a-0038-475b-8509-2bf2a2d8246d" providerId="ADAL" clId="{8015E068-AFC2-4D2D-8305-96A4FF5774D5}" dt="2024-06-17T06:31:39.108" v="1400"/>
          <ac:grpSpMkLst>
            <pc:docMk/>
            <pc:sldMk cId="2790967503" sldId="271"/>
            <ac:grpSpMk id="10" creationId="{A9FAC5FD-F736-08B2-D52B-C5CC3186B3CB}"/>
          </ac:grpSpMkLst>
        </pc:grpChg>
        <pc:grpChg chg="add mod">
          <ac:chgData name="Mikhail Dvoinishnikov" userId="80fe050a-0038-475b-8509-2bf2a2d8246d" providerId="ADAL" clId="{8015E068-AFC2-4D2D-8305-96A4FF5774D5}" dt="2024-06-12T07:42:03.576" v="1148"/>
          <ac:grpSpMkLst>
            <pc:docMk/>
            <pc:sldMk cId="2790967503" sldId="271"/>
            <ac:grpSpMk id="12" creationId="{BE7D2D95-4FC5-A75F-0DA6-9ACEC1D40E1D}"/>
          </ac:grpSpMkLst>
        </pc:grpChg>
        <pc:grpChg chg="add mod">
          <ac:chgData name="Mikhail Dvoinishnikov" userId="80fe050a-0038-475b-8509-2bf2a2d8246d" providerId="ADAL" clId="{8015E068-AFC2-4D2D-8305-96A4FF5774D5}" dt="2024-06-12T07:42:49.130" v="1174"/>
          <ac:grpSpMkLst>
            <pc:docMk/>
            <pc:sldMk cId="2790967503" sldId="271"/>
            <ac:grpSpMk id="16" creationId="{D425AC02-4069-C89F-7839-090868308C13}"/>
          </ac:grpSpMkLst>
        </pc:grpChg>
        <pc:grpChg chg="add del mod">
          <ac:chgData name="Mikhail Dvoinishnikov" userId="80fe050a-0038-475b-8509-2bf2a2d8246d" providerId="ADAL" clId="{8015E068-AFC2-4D2D-8305-96A4FF5774D5}" dt="2024-06-19T06:43:20.528" v="1579" actId="478"/>
          <ac:grpSpMkLst>
            <pc:docMk/>
            <pc:sldMk cId="2790967503" sldId="271"/>
            <ac:grpSpMk id="25" creationId="{AFF8E5A8-3BA2-BA7C-62A4-3FEF160BE961}"/>
          </ac:grpSpMkLst>
        </pc:grpChg>
        <pc:picChg chg="mod">
          <ac:chgData name="Mikhail Dvoinishnikov" userId="80fe050a-0038-475b-8509-2bf2a2d8246d" providerId="ADAL" clId="{8015E068-AFC2-4D2D-8305-96A4FF5774D5}" dt="2024-06-12T07:42:03.576" v="1148"/>
          <ac:picMkLst>
            <pc:docMk/>
            <pc:sldMk cId="2790967503" sldId="271"/>
            <ac:picMk id="15" creationId="{2E1597B4-8936-D25C-B91D-2B20B7F519B3}"/>
          </ac:picMkLst>
        </pc:picChg>
        <pc:picChg chg="del">
          <ac:chgData name="Mikhail Dvoinishnikov" userId="80fe050a-0038-475b-8509-2bf2a2d8246d" providerId="ADAL" clId="{8015E068-AFC2-4D2D-8305-96A4FF5774D5}" dt="2024-06-12T06:58:27.025" v="556" actId="478"/>
          <ac:picMkLst>
            <pc:docMk/>
            <pc:sldMk cId="2790967503" sldId="271"/>
            <ac:picMk id="4098" creationId="{3A3E3840-967C-E7BB-8650-8024D317C7AF}"/>
          </ac:picMkLst>
        </pc:picChg>
        <pc:picChg chg="add mod">
          <ac:chgData name="Mikhail Dvoinishnikov" userId="80fe050a-0038-475b-8509-2bf2a2d8246d" providerId="ADAL" clId="{8015E068-AFC2-4D2D-8305-96A4FF5774D5}" dt="2024-06-12T06:58:30.600" v="557" actId="1076"/>
          <ac:picMkLst>
            <pc:docMk/>
            <pc:sldMk cId="2790967503" sldId="271"/>
            <ac:picMk id="6146" creationId="{E856303C-3CAB-140B-9AAE-3E7C611FEC60}"/>
          </ac:picMkLst>
        </pc:picChg>
      </pc:sldChg>
      <pc:sldChg chg="addSp delSp modSp add mod ord">
        <pc:chgData name="Mikhail Dvoinishnikov" userId="80fe050a-0038-475b-8509-2bf2a2d8246d" providerId="ADAL" clId="{8015E068-AFC2-4D2D-8305-96A4FF5774D5}" dt="2024-06-12T07:44:31.204" v="1197" actId="207"/>
        <pc:sldMkLst>
          <pc:docMk/>
          <pc:sldMk cId="1795796489" sldId="272"/>
        </pc:sldMkLst>
        <pc:spChg chg="add del mod">
          <ac:chgData name="Mikhail Dvoinishnikov" userId="80fe050a-0038-475b-8509-2bf2a2d8246d" providerId="ADAL" clId="{8015E068-AFC2-4D2D-8305-96A4FF5774D5}" dt="2024-06-12T07:28:42.612" v="1070"/>
          <ac:spMkLst>
            <pc:docMk/>
            <pc:sldMk cId="1795796489" sldId="272"/>
            <ac:spMk id="2" creationId="{56A25F44-6A66-7B1F-F5BF-E63C28C58082}"/>
          </ac:spMkLst>
        </pc:spChg>
        <pc:spChg chg="add del mod">
          <ac:chgData name="Mikhail Dvoinishnikov" userId="80fe050a-0038-475b-8509-2bf2a2d8246d" providerId="ADAL" clId="{8015E068-AFC2-4D2D-8305-96A4FF5774D5}" dt="2024-06-12T07:42:52.870" v="1176" actId="478"/>
          <ac:spMkLst>
            <pc:docMk/>
            <pc:sldMk cId="1795796489" sldId="272"/>
            <ac:spMk id="3" creationId="{E4AA0AEE-FD92-9FEE-23DC-F8359848EB69}"/>
          </ac:spMkLst>
        </pc:spChg>
        <pc:spChg chg="del">
          <ac:chgData name="Mikhail Dvoinishnikov" userId="80fe050a-0038-475b-8509-2bf2a2d8246d" providerId="ADAL" clId="{8015E068-AFC2-4D2D-8305-96A4FF5774D5}" dt="2024-06-12T07:42:06.176" v="1149" actId="478"/>
          <ac:spMkLst>
            <pc:docMk/>
            <pc:sldMk cId="1795796489" sldId="272"/>
            <ac:spMk id="4" creationId="{E1744A44-822C-C942-D778-F45FA73BA1D2}"/>
          </ac:spMkLst>
        </pc:spChg>
        <pc:spChg chg="del">
          <ac:chgData name="Mikhail Dvoinishnikov" userId="80fe050a-0038-475b-8509-2bf2a2d8246d" providerId="ADAL" clId="{8015E068-AFC2-4D2D-8305-96A4FF5774D5}" dt="2024-06-12T07:42:51.583" v="1175" actId="478"/>
          <ac:spMkLst>
            <pc:docMk/>
            <pc:sldMk cId="1795796489" sldId="272"/>
            <ac:spMk id="5" creationId="{213D3159-BD38-3647-FF8B-BA3547982A9C}"/>
          </ac:spMkLst>
        </pc:spChg>
        <pc:spChg chg="del">
          <ac:chgData name="Mikhail Dvoinishnikov" userId="80fe050a-0038-475b-8509-2bf2a2d8246d" providerId="ADAL" clId="{8015E068-AFC2-4D2D-8305-96A4FF5774D5}" dt="2024-06-12T07:42:06.530" v="1150" actId="478"/>
          <ac:spMkLst>
            <pc:docMk/>
            <pc:sldMk cId="1795796489" sldId="272"/>
            <ac:spMk id="6" creationId="{A446460F-EEF1-DBF1-E09C-933D40CD2727}"/>
          </ac:spMkLst>
        </pc:spChg>
        <pc:spChg chg="del mod">
          <ac:chgData name="Mikhail Dvoinishnikov" userId="80fe050a-0038-475b-8509-2bf2a2d8246d" providerId="ADAL" clId="{8015E068-AFC2-4D2D-8305-96A4FF5774D5}" dt="2024-06-12T07:42:08.181" v="1151" actId="478"/>
          <ac:spMkLst>
            <pc:docMk/>
            <pc:sldMk cId="1795796489" sldId="272"/>
            <ac:spMk id="7" creationId="{4A21AA01-6205-7D1D-1E71-28D13DB430AE}"/>
          </ac:spMkLst>
        </pc:spChg>
        <pc:spChg chg="mod">
          <ac:chgData name="Mikhail Dvoinishnikov" userId="80fe050a-0038-475b-8509-2bf2a2d8246d" providerId="ADAL" clId="{8015E068-AFC2-4D2D-8305-96A4FF5774D5}" dt="2024-06-12T07:42:09.706" v="1152"/>
          <ac:spMkLst>
            <pc:docMk/>
            <pc:sldMk cId="1795796489" sldId="272"/>
            <ac:spMk id="8" creationId="{F7C39D53-5104-9856-B2ED-59A0135DDD1F}"/>
          </ac:spMkLst>
        </pc:spChg>
        <pc:spChg chg="mod">
          <ac:chgData name="Mikhail Dvoinishnikov" userId="80fe050a-0038-475b-8509-2bf2a2d8246d" providerId="ADAL" clId="{8015E068-AFC2-4D2D-8305-96A4FF5774D5}" dt="2024-06-12T07:02:54.992" v="614" actId="20577"/>
          <ac:spMkLst>
            <pc:docMk/>
            <pc:sldMk cId="1795796489" sldId="272"/>
            <ac:spMk id="9" creationId="{0BCD7798-2ACC-5D57-EBFE-B648B7EB48F3}"/>
          </ac:spMkLst>
        </pc:spChg>
        <pc:spChg chg="mod">
          <ac:chgData name="Mikhail Dvoinishnikov" userId="80fe050a-0038-475b-8509-2bf2a2d8246d" providerId="ADAL" clId="{8015E068-AFC2-4D2D-8305-96A4FF5774D5}" dt="2024-06-12T07:06:06.499" v="716" actId="20577"/>
          <ac:spMkLst>
            <pc:docMk/>
            <pc:sldMk cId="1795796489" sldId="272"/>
            <ac:spMk id="10" creationId="{67AB05D3-E47B-D123-3556-68565236EFE5}"/>
          </ac:spMkLst>
        </pc:spChg>
        <pc:spChg chg="mod">
          <ac:chgData name="Mikhail Dvoinishnikov" userId="80fe050a-0038-475b-8509-2bf2a2d8246d" providerId="ADAL" clId="{8015E068-AFC2-4D2D-8305-96A4FF5774D5}" dt="2024-06-12T07:07:10.551" v="741" actId="20577"/>
          <ac:spMkLst>
            <pc:docMk/>
            <pc:sldMk cId="1795796489" sldId="272"/>
            <ac:spMk id="11" creationId="{ABF85CDF-AAAB-65C0-D9AD-0F60E2ED5F77}"/>
          </ac:spMkLst>
        </pc:spChg>
        <pc:spChg chg="mod">
          <ac:chgData name="Mikhail Dvoinishnikov" userId="80fe050a-0038-475b-8509-2bf2a2d8246d" providerId="ADAL" clId="{8015E068-AFC2-4D2D-8305-96A4FF5774D5}" dt="2024-06-12T07:44:31.204" v="1197" actId="207"/>
          <ac:spMkLst>
            <pc:docMk/>
            <pc:sldMk cId="1795796489" sldId="272"/>
            <ac:spMk id="12" creationId="{6CEDEE07-5198-7860-2FBD-2F56D0E2DB52}"/>
          </ac:spMkLst>
        </pc:spChg>
        <pc:spChg chg="mod">
          <ac:chgData name="Mikhail Dvoinishnikov" userId="80fe050a-0038-475b-8509-2bf2a2d8246d" providerId="ADAL" clId="{8015E068-AFC2-4D2D-8305-96A4FF5774D5}" dt="2024-06-12T07:42:53.772" v="1177"/>
          <ac:spMkLst>
            <pc:docMk/>
            <pc:sldMk cId="1795796489" sldId="272"/>
            <ac:spMk id="15" creationId="{220EDE7F-451F-4968-8640-2E5E44032A3C}"/>
          </ac:spMkLst>
        </pc:spChg>
        <pc:spChg chg="mod">
          <ac:chgData name="Mikhail Dvoinishnikov" userId="80fe050a-0038-475b-8509-2bf2a2d8246d" providerId="ADAL" clId="{8015E068-AFC2-4D2D-8305-96A4FF5774D5}" dt="2024-06-12T07:42:53.772" v="1177"/>
          <ac:spMkLst>
            <pc:docMk/>
            <pc:sldMk cId="1795796489" sldId="272"/>
            <ac:spMk id="16" creationId="{F9312062-B3E9-B851-0C98-E6DA1F541961}"/>
          </ac:spMkLst>
        </pc:spChg>
        <pc:grpChg chg="add mod">
          <ac:chgData name="Mikhail Dvoinishnikov" userId="80fe050a-0038-475b-8509-2bf2a2d8246d" providerId="ADAL" clId="{8015E068-AFC2-4D2D-8305-96A4FF5774D5}" dt="2024-06-12T07:42:09.706" v="1152"/>
          <ac:grpSpMkLst>
            <pc:docMk/>
            <pc:sldMk cId="1795796489" sldId="272"/>
            <ac:grpSpMk id="2" creationId="{43F038DD-DF13-60BF-B791-D5292E334ADB}"/>
          </ac:grpSpMkLst>
        </pc:grpChg>
        <pc:grpChg chg="add mod">
          <ac:chgData name="Mikhail Dvoinishnikov" userId="80fe050a-0038-475b-8509-2bf2a2d8246d" providerId="ADAL" clId="{8015E068-AFC2-4D2D-8305-96A4FF5774D5}" dt="2024-06-12T07:42:53.772" v="1177"/>
          <ac:grpSpMkLst>
            <pc:docMk/>
            <pc:sldMk cId="1795796489" sldId="272"/>
            <ac:grpSpMk id="14" creationId="{08D9DB41-2D59-B0B1-5431-C2D90AE0CFAC}"/>
          </ac:grpSpMkLst>
        </pc:grpChg>
        <pc:picChg chg="mod">
          <ac:chgData name="Mikhail Dvoinishnikov" userId="80fe050a-0038-475b-8509-2bf2a2d8246d" providerId="ADAL" clId="{8015E068-AFC2-4D2D-8305-96A4FF5774D5}" dt="2024-06-12T07:42:09.706" v="1152"/>
          <ac:picMkLst>
            <pc:docMk/>
            <pc:sldMk cId="1795796489" sldId="272"/>
            <ac:picMk id="13" creationId="{89AEFEA7-EE7A-F623-E7DD-85924DB998B5}"/>
          </ac:picMkLst>
        </pc:picChg>
        <pc:picChg chg="del">
          <ac:chgData name="Mikhail Dvoinishnikov" userId="80fe050a-0038-475b-8509-2bf2a2d8246d" providerId="ADAL" clId="{8015E068-AFC2-4D2D-8305-96A4FF5774D5}" dt="2024-06-12T07:01:40.424" v="604" actId="478"/>
          <ac:picMkLst>
            <pc:docMk/>
            <pc:sldMk cId="1795796489" sldId="272"/>
            <ac:picMk id="2050" creationId="{BE9C2F49-1668-C6A0-4437-DFA13D4011CF}"/>
          </ac:picMkLst>
        </pc:picChg>
        <pc:picChg chg="del">
          <ac:chgData name="Mikhail Dvoinishnikov" userId="80fe050a-0038-475b-8509-2bf2a2d8246d" providerId="ADAL" clId="{8015E068-AFC2-4D2D-8305-96A4FF5774D5}" dt="2024-06-12T07:04:14.944" v="615" actId="478"/>
          <ac:picMkLst>
            <pc:docMk/>
            <pc:sldMk cId="1795796489" sldId="272"/>
            <ac:picMk id="2052" creationId="{92D69703-4C4C-11DD-E307-D39124587F5B}"/>
          </ac:picMkLst>
        </pc:picChg>
        <pc:picChg chg="del">
          <ac:chgData name="Mikhail Dvoinishnikov" userId="80fe050a-0038-475b-8509-2bf2a2d8246d" providerId="ADAL" clId="{8015E068-AFC2-4D2D-8305-96A4FF5774D5}" dt="2024-06-12T07:06:29.401" v="717" actId="478"/>
          <ac:picMkLst>
            <pc:docMk/>
            <pc:sldMk cId="1795796489" sldId="272"/>
            <ac:picMk id="2054" creationId="{4D1F5429-8050-2133-E262-BB0BF80114A3}"/>
          </ac:picMkLst>
        </pc:picChg>
        <pc:picChg chg="add del mod">
          <ac:chgData name="Mikhail Dvoinishnikov" userId="80fe050a-0038-475b-8509-2bf2a2d8246d" providerId="ADAL" clId="{8015E068-AFC2-4D2D-8305-96A4FF5774D5}" dt="2024-06-12T07:01:14.430" v="595" actId="478"/>
          <ac:picMkLst>
            <pc:docMk/>
            <pc:sldMk cId="1795796489" sldId="272"/>
            <ac:picMk id="7170" creationId="{A771EEC9-56B7-4A94-4356-33F70E264B6F}"/>
          </ac:picMkLst>
        </pc:picChg>
        <pc:picChg chg="add del mod">
          <ac:chgData name="Mikhail Dvoinishnikov" userId="80fe050a-0038-475b-8509-2bf2a2d8246d" providerId="ADAL" clId="{8015E068-AFC2-4D2D-8305-96A4FF5774D5}" dt="2024-06-12T07:01:21.494" v="598" actId="478"/>
          <ac:picMkLst>
            <pc:docMk/>
            <pc:sldMk cId="1795796489" sldId="272"/>
            <ac:picMk id="7172" creationId="{14E66CEC-E545-0238-06C2-5D374B92D980}"/>
          </ac:picMkLst>
        </pc:picChg>
        <pc:picChg chg="add mod">
          <ac:chgData name="Mikhail Dvoinishnikov" userId="80fe050a-0038-475b-8509-2bf2a2d8246d" providerId="ADAL" clId="{8015E068-AFC2-4D2D-8305-96A4FF5774D5}" dt="2024-06-12T07:04:44.199" v="624" actId="1076"/>
          <ac:picMkLst>
            <pc:docMk/>
            <pc:sldMk cId="1795796489" sldId="272"/>
            <ac:picMk id="7174" creationId="{8859EAD6-3149-C58D-9399-BCC38A6297FF}"/>
          </ac:picMkLst>
        </pc:picChg>
        <pc:picChg chg="add mod">
          <ac:chgData name="Mikhail Dvoinishnikov" userId="80fe050a-0038-475b-8509-2bf2a2d8246d" providerId="ADAL" clId="{8015E068-AFC2-4D2D-8305-96A4FF5774D5}" dt="2024-06-12T07:04:34.887" v="623" actId="1076"/>
          <ac:picMkLst>
            <pc:docMk/>
            <pc:sldMk cId="1795796489" sldId="272"/>
            <ac:picMk id="7176" creationId="{813F4B9E-0318-9908-2868-9479B16490E5}"/>
          </ac:picMkLst>
        </pc:picChg>
        <pc:picChg chg="add del">
          <ac:chgData name="Mikhail Dvoinishnikov" userId="80fe050a-0038-475b-8509-2bf2a2d8246d" providerId="ADAL" clId="{8015E068-AFC2-4D2D-8305-96A4FF5774D5}" dt="2024-06-12T07:06:32.274" v="719" actId="478"/>
          <ac:picMkLst>
            <pc:docMk/>
            <pc:sldMk cId="1795796489" sldId="272"/>
            <ac:picMk id="7178" creationId="{7F3E2396-AC81-E507-6C81-2F89E81A78F0}"/>
          </ac:picMkLst>
        </pc:picChg>
        <pc:picChg chg="add mod">
          <ac:chgData name="Mikhail Dvoinishnikov" userId="80fe050a-0038-475b-8509-2bf2a2d8246d" providerId="ADAL" clId="{8015E068-AFC2-4D2D-8305-96A4FF5774D5}" dt="2024-06-12T07:07:00.056" v="727" actId="14100"/>
          <ac:picMkLst>
            <pc:docMk/>
            <pc:sldMk cId="1795796489" sldId="272"/>
            <ac:picMk id="7180" creationId="{4BA0FCA7-B4E0-19E6-0D0A-56FFB1185E9B}"/>
          </ac:picMkLst>
        </pc:picChg>
      </pc:sldChg>
      <pc:sldChg chg="addSp delSp modSp add mod">
        <pc:chgData name="Mikhail Dvoinishnikov" userId="80fe050a-0038-475b-8509-2bf2a2d8246d" providerId="ADAL" clId="{8015E068-AFC2-4D2D-8305-96A4FF5774D5}" dt="2024-06-19T06:46:16.553" v="1673" actId="20577"/>
        <pc:sldMkLst>
          <pc:docMk/>
          <pc:sldMk cId="1486883326" sldId="273"/>
        </pc:sldMkLst>
        <pc:spChg chg="add del mod">
          <ac:chgData name="Mikhail Dvoinishnikov" userId="80fe050a-0038-475b-8509-2bf2a2d8246d" providerId="ADAL" clId="{8015E068-AFC2-4D2D-8305-96A4FF5774D5}" dt="2024-06-12T07:43:01.310" v="1181" actId="478"/>
          <ac:spMkLst>
            <pc:docMk/>
            <pc:sldMk cId="1486883326" sldId="273"/>
            <ac:spMk id="2" creationId="{4CF43E22-1083-C204-BDBD-673120A13703}"/>
          </ac:spMkLst>
        </pc:spChg>
        <pc:spChg chg="mod">
          <ac:chgData name="Mikhail Dvoinishnikov" userId="80fe050a-0038-475b-8509-2bf2a2d8246d" providerId="ADAL" clId="{8015E068-AFC2-4D2D-8305-96A4FF5774D5}" dt="2024-06-19T06:43:27.749" v="1582"/>
          <ac:spMkLst>
            <pc:docMk/>
            <pc:sldMk cId="1486883326" sldId="273"/>
            <ac:spMk id="4" creationId="{2E8DCD19-4F28-3212-9EDD-E206C4F9A468}"/>
          </ac:spMkLst>
        </pc:spChg>
        <pc:spChg chg="del mod">
          <ac:chgData name="Mikhail Dvoinishnikov" userId="80fe050a-0038-475b-8509-2bf2a2d8246d" providerId="ADAL" clId="{8015E068-AFC2-4D2D-8305-96A4FF5774D5}" dt="2024-06-12T07:42:12.484" v="1155" actId="478"/>
          <ac:spMkLst>
            <pc:docMk/>
            <pc:sldMk cId="1486883326" sldId="273"/>
            <ac:spMk id="4" creationId="{A539C300-EA15-56E8-DD6E-133616C4F40B}"/>
          </ac:spMkLst>
        </pc:spChg>
        <pc:spChg chg="mod">
          <ac:chgData name="Mikhail Dvoinishnikov" userId="80fe050a-0038-475b-8509-2bf2a2d8246d" providerId="ADAL" clId="{8015E068-AFC2-4D2D-8305-96A4FF5774D5}" dt="2024-06-17T06:32:25.794" v="1431"/>
          <ac:spMkLst>
            <pc:docMk/>
            <pc:sldMk cId="1486883326" sldId="273"/>
            <ac:spMk id="4" creationId="{D0E752D1-5E05-AEBA-3771-CACAA5A9295F}"/>
          </ac:spMkLst>
        </pc:spChg>
        <pc:spChg chg="mod">
          <ac:chgData name="Mikhail Dvoinishnikov" userId="80fe050a-0038-475b-8509-2bf2a2d8246d" providerId="ADAL" clId="{8015E068-AFC2-4D2D-8305-96A4FF5774D5}" dt="2024-06-17T06:32:25.794" v="1431"/>
          <ac:spMkLst>
            <pc:docMk/>
            <pc:sldMk cId="1486883326" sldId="273"/>
            <ac:spMk id="5" creationId="{20BC6492-0C93-8218-B362-378F4F3BCF32}"/>
          </ac:spMkLst>
        </pc:spChg>
        <pc:spChg chg="del">
          <ac:chgData name="Mikhail Dvoinishnikov" userId="80fe050a-0038-475b-8509-2bf2a2d8246d" providerId="ADAL" clId="{8015E068-AFC2-4D2D-8305-96A4FF5774D5}" dt="2024-06-12T07:42:59.799" v="1180" actId="478"/>
          <ac:spMkLst>
            <pc:docMk/>
            <pc:sldMk cId="1486883326" sldId="273"/>
            <ac:spMk id="5" creationId="{43C289AC-F7E6-7D0A-9820-A5E66BD6C0B4}"/>
          </ac:spMkLst>
        </pc:spChg>
        <pc:spChg chg="mod">
          <ac:chgData name="Mikhail Dvoinishnikov" userId="80fe050a-0038-475b-8509-2bf2a2d8246d" providerId="ADAL" clId="{8015E068-AFC2-4D2D-8305-96A4FF5774D5}" dt="2024-06-19T06:43:27.749" v="1582"/>
          <ac:spMkLst>
            <pc:docMk/>
            <pc:sldMk cId="1486883326" sldId="273"/>
            <ac:spMk id="5" creationId="{A789D846-5D3B-308F-E5E2-338390770A84}"/>
          </ac:spMkLst>
        </pc:spChg>
        <pc:spChg chg="mod">
          <ac:chgData name="Mikhail Dvoinishnikov" userId="80fe050a-0038-475b-8509-2bf2a2d8246d" providerId="ADAL" clId="{8015E068-AFC2-4D2D-8305-96A4FF5774D5}" dt="2024-06-17T06:32:25.794" v="1431"/>
          <ac:spMkLst>
            <pc:docMk/>
            <pc:sldMk cId="1486883326" sldId="273"/>
            <ac:spMk id="6" creationId="{7FF334F5-FD14-3D27-C6CE-50788766B5D2}"/>
          </ac:spMkLst>
        </pc:spChg>
        <pc:spChg chg="del">
          <ac:chgData name="Mikhail Dvoinishnikov" userId="80fe050a-0038-475b-8509-2bf2a2d8246d" providerId="ADAL" clId="{8015E068-AFC2-4D2D-8305-96A4FF5774D5}" dt="2024-06-12T07:42:11.983" v="1153" actId="478"/>
          <ac:spMkLst>
            <pc:docMk/>
            <pc:sldMk cId="1486883326" sldId="273"/>
            <ac:spMk id="6" creationId="{B96B8E09-06C0-0325-8313-07CC0A6A62CC}"/>
          </ac:spMkLst>
        </pc:spChg>
        <pc:spChg chg="mod">
          <ac:chgData name="Mikhail Dvoinishnikov" userId="80fe050a-0038-475b-8509-2bf2a2d8246d" providerId="ADAL" clId="{8015E068-AFC2-4D2D-8305-96A4FF5774D5}" dt="2024-06-19T06:43:27.749" v="1582"/>
          <ac:spMkLst>
            <pc:docMk/>
            <pc:sldMk cId="1486883326" sldId="273"/>
            <ac:spMk id="6" creationId="{C1EC9124-1CDF-2705-AA61-A4E58E978477}"/>
          </ac:spMkLst>
        </pc:spChg>
        <pc:spChg chg="del mod">
          <ac:chgData name="Mikhail Dvoinishnikov" userId="80fe050a-0038-475b-8509-2bf2a2d8246d" providerId="ADAL" clId="{8015E068-AFC2-4D2D-8305-96A4FF5774D5}" dt="2024-06-12T07:42:14.461" v="1156" actId="478"/>
          <ac:spMkLst>
            <pc:docMk/>
            <pc:sldMk cId="1486883326" sldId="273"/>
            <ac:spMk id="7" creationId="{101F1210-1553-354F-C5D4-39945AC04BBC}"/>
          </ac:spMkLst>
        </pc:spChg>
        <pc:spChg chg="mod">
          <ac:chgData name="Mikhail Dvoinishnikov" userId="80fe050a-0038-475b-8509-2bf2a2d8246d" providerId="ADAL" clId="{8015E068-AFC2-4D2D-8305-96A4FF5774D5}" dt="2024-06-17T06:32:25.794" v="1431"/>
          <ac:spMkLst>
            <pc:docMk/>
            <pc:sldMk cId="1486883326" sldId="273"/>
            <ac:spMk id="7" creationId="{A03BE8BF-945B-4B5F-406F-6273B393F0DC}"/>
          </ac:spMkLst>
        </pc:spChg>
        <pc:spChg chg="mod">
          <ac:chgData name="Mikhail Dvoinishnikov" userId="80fe050a-0038-475b-8509-2bf2a2d8246d" providerId="ADAL" clId="{8015E068-AFC2-4D2D-8305-96A4FF5774D5}" dt="2024-06-19T06:46:05.896" v="1654" actId="20577"/>
          <ac:spMkLst>
            <pc:docMk/>
            <pc:sldMk cId="1486883326" sldId="273"/>
            <ac:spMk id="7" creationId="{D5DD6F70-4F66-B05B-D68E-CA60E532EC08}"/>
          </ac:spMkLst>
        </pc:spChg>
        <pc:spChg chg="mod">
          <ac:chgData name="Mikhail Dvoinishnikov" userId="80fe050a-0038-475b-8509-2bf2a2d8246d" providerId="ADAL" clId="{8015E068-AFC2-4D2D-8305-96A4FF5774D5}" dt="2024-06-12T07:42:15.460" v="1157"/>
          <ac:spMkLst>
            <pc:docMk/>
            <pc:sldMk cId="1486883326" sldId="273"/>
            <ac:spMk id="8" creationId="{2772CE0B-D4C8-43BF-B373-9C92315CE1CB}"/>
          </ac:spMkLst>
        </pc:spChg>
        <pc:spChg chg="mod">
          <ac:chgData name="Mikhail Dvoinishnikov" userId="80fe050a-0038-475b-8509-2bf2a2d8246d" providerId="ADAL" clId="{8015E068-AFC2-4D2D-8305-96A4FF5774D5}" dt="2024-06-12T07:08:18.065" v="748" actId="20577"/>
          <ac:spMkLst>
            <pc:docMk/>
            <pc:sldMk cId="1486883326" sldId="273"/>
            <ac:spMk id="9" creationId="{ABBE7FBC-5B8F-629F-3F49-37DDA9402314}"/>
          </ac:spMkLst>
        </pc:spChg>
        <pc:spChg chg="mod">
          <ac:chgData name="Mikhail Dvoinishnikov" userId="80fe050a-0038-475b-8509-2bf2a2d8246d" providerId="ADAL" clId="{8015E068-AFC2-4D2D-8305-96A4FF5774D5}" dt="2024-06-12T07:44:16.164" v="1194" actId="207"/>
          <ac:spMkLst>
            <pc:docMk/>
            <pc:sldMk cId="1486883326" sldId="273"/>
            <ac:spMk id="10" creationId="{BA4A5535-EA45-1F97-A699-9E6F54F85687}"/>
          </ac:spMkLst>
        </pc:spChg>
        <pc:spChg chg="mod">
          <ac:chgData name="Mikhail Dvoinishnikov" userId="80fe050a-0038-475b-8509-2bf2a2d8246d" providerId="ADAL" clId="{8015E068-AFC2-4D2D-8305-96A4FF5774D5}" dt="2024-06-17T06:33:23.066" v="1437" actId="20577"/>
          <ac:spMkLst>
            <pc:docMk/>
            <pc:sldMk cId="1486883326" sldId="273"/>
            <ac:spMk id="11" creationId="{2C58F9F6-17D7-A9D4-8C95-BE77FF1A6640}"/>
          </ac:spMkLst>
        </pc:spChg>
        <pc:spChg chg="mod">
          <ac:chgData name="Mikhail Dvoinishnikov" userId="80fe050a-0038-475b-8509-2bf2a2d8246d" providerId="ADAL" clId="{8015E068-AFC2-4D2D-8305-96A4FF5774D5}" dt="2024-06-17T06:32:25.794" v="1431"/>
          <ac:spMkLst>
            <pc:docMk/>
            <pc:sldMk cId="1486883326" sldId="273"/>
            <ac:spMk id="13" creationId="{02A7DFEF-FD2D-4403-F231-5C4D30F83965}"/>
          </ac:spMkLst>
        </pc:spChg>
        <pc:spChg chg="mod">
          <ac:chgData name="Mikhail Dvoinishnikov" userId="80fe050a-0038-475b-8509-2bf2a2d8246d" providerId="ADAL" clId="{8015E068-AFC2-4D2D-8305-96A4FF5774D5}" dt="2024-06-19T06:46:11.014" v="1666" actId="20577"/>
          <ac:spMkLst>
            <pc:docMk/>
            <pc:sldMk cId="1486883326" sldId="273"/>
            <ac:spMk id="13" creationId="{BE1FD83C-C3FA-A5B1-4B43-8D704C3E1579}"/>
          </ac:spMkLst>
        </pc:spChg>
        <pc:spChg chg="mod">
          <ac:chgData name="Mikhail Dvoinishnikov" userId="80fe050a-0038-475b-8509-2bf2a2d8246d" providerId="ADAL" clId="{8015E068-AFC2-4D2D-8305-96A4FF5774D5}" dt="2024-06-17T06:32:25.794" v="1431"/>
          <ac:spMkLst>
            <pc:docMk/>
            <pc:sldMk cId="1486883326" sldId="273"/>
            <ac:spMk id="14" creationId="{D1C7755F-BCD4-03B5-2BD6-4C1860696C6D}"/>
          </ac:spMkLst>
        </pc:spChg>
        <pc:spChg chg="mod">
          <ac:chgData name="Mikhail Dvoinishnikov" userId="80fe050a-0038-475b-8509-2bf2a2d8246d" providerId="ADAL" clId="{8015E068-AFC2-4D2D-8305-96A4FF5774D5}" dt="2024-06-12T07:42:57.546" v="1178"/>
          <ac:spMkLst>
            <pc:docMk/>
            <pc:sldMk cId="1486883326" sldId="273"/>
            <ac:spMk id="14" creationId="{D835BA1D-7758-66C5-086D-B50C2E0448DF}"/>
          </ac:spMkLst>
        </pc:spChg>
        <pc:spChg chg="mod">
          <ac:chgData name="Mikhail Dvoinishnikov" userId="80fe050a-0038-475b-8509-2bf2a2d8246d" providerId="ADAL" clId="{8015E068-AFC2-4D2D-8305-96A4FF5774D5}" dt="2024-06-19T06:46:16.553" v="1673" actId="20577"/>
          <ac:spMkLst>
            <pc:docMk/>
            <pc:sldMk cId="1486883326" sldId="273"/>
            <ac:spMk id="14" creationId="{F6BE8671-1BFB-7A2D-B4EB-2602A26DB925}"/>
          </ac:spMkLst>
        </pc:spChg>
        <pc:spChg chg="mod">
          <ac:chgData name="Mikhail Dvoinishnikov" userId="80fe050a-0038-475b-8509-2bf2a2d8246d" providerId="ADAL" clId="{8015E068-AFC2-4D2D-8305-96A4FF5774D5}" dt="2024-06-12T07:42:57.546" v="1178"/>
          <ac:spMkLst>
            <pc:docMk/>
            <pc:sldMk cId="1486883326" sldId="273"/>
            <ac:spMk id="15" creationId="{B97B399B-EF0B-A911-BD4A-7CA62F1822E2}"/>
          </ac:spMkLst>
        </pc:spChg>
        <pc:spChg chg="mod">
          <ac:chgData name="Mikhail Dvoinishnikov" userId="80fe050a-0038-475b-8509-2bf2a2d8246d" providerId="ADAL" clId="{8015E068-AFC2-4D2D-8305-96A4FF5774D5}" dt="2024-06-12T07:43:04.635" v="1182"/>
          <ac:spMkLst>
            <pc:docMk/>
            <pc:sldMk cId="1486883326" sldId="273"/>
            <ac:spMk id="17" creationId="{B499D36B-BD33-0D79-FEC0-82C38859C3A9}"/>
          </ac:spMkLst>
        </pc:spChg>
        <pc:spChg chg="mod">
          <ac:chgData name="Mikhail Dvoinishnikov" userId="80fe050a-0038-475b-8509-2bf2a2d8246d" providerId="ADAL" clId="{8015E068-AFC2-4D2D-8305-96A4FF5774D5}" dt="2024-06-12T07:43:04.635" v="1182"/>
          <ac:spMkLst>
            <pc:docMk/>
            <pc:sldMk cId="1486883326" sldId="273"/>
            <ac:spMk id="18" creationId="{0BFF3FCC-544A-A9D8-1761-644256C2456A}"/>
          </ac:spMkLst>
        </pc:spChg>
        <pc:spChg chg="mod">
          <ac:chgData name="Mikhail Dvoinishnikov" userId="80fe050a-0038-475b-8509-2bf2a2d8246d" providerId="ADAL" clId="{8015E068-AFC2-4D2D-8305-96A4FF5774D5}" dt="2024-06-17T06:32:52.762" v="1434"/>
          <ac:spMkLst>
            <pc:docMk/>
            <pc:sldMk cId="1486883326" sldId="273"/>
            <ac:spMk id="19" creationId="{AB540C24-B795-37F2-E009-43F6DBD6859B}"/>
          </ac:spMkLst>
        </pc:spChg>
        <pc:spChg chg="mod">
          <ac:chgData name="Mikhail Dvoinishnikov" userId="80fe050a-0038-475b-8509-2bf2a2d8246d" providerId="ADAL" clId="{8015E068-AFC2-4D2D-8305-96A4FF5774D5}" dt="2024-06-17T06:32:52.762" v="1434"/>
          <ac:spMkLst>
            <pc:docMk/>
            <pc:sldMk cId="1486883326" sldId="273"/>
            <ac:spMk id="20" creationId="{BD85A2C5-33B3-6A6D-03F6-26691E367BF7}"/>
          </ac:spMkLst>
        </pc:spChg>
        <pc:spChg chg="mod">
          <ac:chgData name="Mikhail Dvoinishnikov" userId="80fe050a-0038-475b-8509-2bf2a2d8246d" providerId="ADAL" clId="{8015E068-AFC2-4D2D-8305-96A4FF5774D5}" dt="2024-06-17T06:32:52.762" v="1434"/>
          <ac:spMkLst>
            <pc:docMk/>
            <pc:sldMk cId="1486883326" sldId="273"/>
            <ac:spMk id="21" creationId="{C4190EE8-DFEC-AFE4-B0AB-75AE3566D533}"/>
          </ac:spMkLst>
        </pc:spChg>
        <pc:spChg chg="mod">
          <ac:chgData name="Mikhail Dvoinishnikov" userId="80fe050a-0038-475b-8509-2bf2a2d8246d" providerId="ADAL" clId="{8015E068-AFC2-4D2D-8305-96A4FF5774D5}" dt="2024-06-17T06:32:52.762" v="1434"/>
          <ac:spMkLst>
            <pc:docMk/>
            <pc:sldMk cId="1486883326" sldId="273"/>
            <ac:spMk id="22" creationId="{62B3E6E9-4D67-89E6-D73E-BCE68ACB4083}"/>
          </ac:spMkLst>
        </pc:spChg>
        <pc:spChg chg="mod">
          <ac:chgData name="Mikhail Dvoinishnikov" userId="80fe050a-0038-475b-8509-2bf2a2d8246d" providerId="ADAL" clId="{8015E068-AFC2-4D2D-8305-96A4FF5774D5}" dt="2024-06-17T06:32:52.762" v="1434"/>
          <ac:spMkLst>
            <pc:docMk/>
            <pc:sldMk cId="1486883326" sldId="273"/>
            <ac:spMk id="23" creationId="{BE98BA13-676E-2CAC-0FD6-98D9CEBE8666}"/>
          </ac:spMkLst>
        </pc:spChg>
        <pc:spChg chg="mod">
          <ac:chgData name="Mikhail Dvoinishnikov" userId="80fe050a-0038-475b-8509-2bf2a2d8246d" providerId="ADAL" clId="{8015E068-AFC2-4D2D-8305-96A4FF5774D5}" dt="2024-06-17T06:32:52.762" v="1434"/>
          <ac:spMkLst>
            <pc:docMk/>
            <pc:sldMk cId="1486883326" sldId="273"/>
            <ac:spMk id="24" creationId="{3111245B-4FE5-8F06-E53C-2956006F5D48}"/>
          </ac:spMkLst>
        </pc:spChg>
        <pc:spChg chg="mod">
          <ac:chgData name="Mikhail Dvoinishnikov" userId="80fe050a-0038-475b-8509-2bf2a2d8246d" providerId="ADAL" clId="{8015E068-AFC2-4D2D-8305-96A4FF5774D5}" dt="2024-06-17T06:33:24.817" v="1438"/>
          <ac:spMkLst>
            <pc:docMk/>
            <pc:sldMk cId="1486883326" sldId="273"/>
            <ac:spMk id="26" creationId="{87C9B673-9F7F-1A8A-3126-259EBC9FFB58}"/>
          </ac:spMkLst>
        </pc:spChg>
        <pc:spChg chg="mod">
          <ac:chgData name="Mikhail Dvoinishnikov" userId="80fe050a-0038-475b-8509-2bf2a2d8246d" providerId="ADAL" clId="{8015E068-AFC2-4D2D-8305-96A4FF5774D5}" dt="2024-06-17T06:33:24.817" v="1438"/>
          <ac:spMkLst>
            <pc:docMk/>
            <pc:sldMk cId="1486883326" sldId="273"/>
            <ac:spMk id="27" creationId="{A5BD5A38-B5FB-A2E6-3A5D-514DEDA9BC01}"/>
          </ac:spMkLst>
        </pc:spChg>
        <pc:spChg chg="mod">
          <ac:chgData name="Mikhail Dvoinishnikov" userId="80fe050a-0038-475b-8509-2bf2a2d8246d" providerId="ADAL" clId="{8015E068-AFC2-4D2D-8305-96A4FF5774D5}" dt="2024-06-17T06:33:24.817" v="1438"/>
          <ac:spMkLst>
            <pc:docMk/>
            <pc:sldMk cId="1486883326" sldId="273"/>
            <ac:spMk id="28" creationId="{1BC6C927-D20E-0AD7-E9B6-53089B824214}"/>
          </ac:spMkLst>
        </pc:spChg>
        <pc:spChg chg="mod">
          <ac:chgData name="Mikhail Dvoinishnikov" userId="80fe050a-0038-475b-8509-2bf2a2d8246d" providerId="ADAL" clId="{8015E068-AFC2-4D2D-8305-96A4FF5774D5}" dt="2024-06-17T06:33:45.909" v="1457" actId="20577"/>
          <ac:spMkLst>
            <pc:docMk/>
            <pc:sldMk cId="1486883326" sldId="273"/>
            <ac:spMk id="29" creationId="{3C7A2CA2-462F-77AD-2938-236B93E1ED85}"/>
          </ac:spMkLst>
        </pc:spChg>
        <pc:spChg chg="mod">
          <ac:chgData name="Mikhail Dvoinishnikov" userId="80fe050a-0038-475b-8509-2bf2a2d8246d" providerId="ADAL" clId="{8015E068-AFC2-4D2D-8305-96A4FF5774D5}" dt="2024-06-17T06:33:50.443" v="1465" actId="20577"/>
          <ac:spMkLst>
            <pc:docMk/>
            <pc:sldMk cId="1486883326" sldId="273"/>
            <ac:spMk id="30" creationId="{B8E168B8-4F9F-DA3C-26D8-B86F3FA45936}"/>
          </ac:spMkLst>
        </pc:spChg>
        <pc:spChg chg="mod">
          <ac:chgData name="Mikhail Dvoinishnikov" userId="80fe050a-0038-475b-8509-2bf2a2d8246d" providerId="ADAL" clId="{8015E068-AFC2-4D2D-8305-96A4FF5774D5}" dt="2024-06-17T06:33:54.971" v="1478" actId="20577"/>
          <ac:spMkLst>
            <pc:docMk/>
            <pc:sldMk cId="1486883326" sldId="273"/>
            <ac:spMk id="31" creationId="{14EE5BD0-9218-B859-84FD-A7374F4334B5}"/>
          </ac:spMkLst>
        </pc:spChg>
        <pc:grpChg chg="add mod">
          <ac:chgData name="Mikhail Dvoinishnikov" userId="80fe050a-0038-475b-8509-2bf2a2d8246d" providerId="ADAL" clId="{8015E068-AFC2-4D2D-8305-96A4FF5774D5}" dt="2024-06-19T06:44:16.135" v="1589" actId="1076"/>
          <ac:grpSpMkLst>
            <pc:docMk/>
            <pc:sldMk cId="1486883326" sldId="273"/>
            <ac:grpSpMk id="2" creationId="{80296A32-1874-85DD-0ED7-9D17EE7CC3DA}"/>
          </ac:grpSpMkLst>
        </pc:grpChg>
        <pc:grpChg chg="add del mod">
          <ac:chgData name="Mikhail Dvoinishnikov" userId="80fe050a-0038-475b-8509-2bf2a2d8246d" providerId="ADAL" clId="{8015E068-AFC2-4D2D-8305-96A4FF5774D5}" dt="2024-06-17T06:32:27.297" v="1432"/>
          <ac:grpSpMkLst>
            <pc:docMk/>
            <pc:sldMk cId="1486883326" sldId="273"/>
            <ac:grpSpMk id="2" creationId="{91EDA5BD-54D3-7F86-9CA5-9D5586B61B6D}"/>
          </ac:grpSpMkLst>
        </pc:grpChg>
        <pc:grpChg chg="add mod">
          <ac:chgData name="Mikhail Dvoinishnikov" userId="80fe050a-0038-475b-8509-2bf2a2d8246d" providerId="ADAL" clId="{8015E068-AFC2-4D2D-8305-96A4FF5774D5}" dt="2024-06-12T07:42:15.460" v="1157"/>
          <ac:grpSpMkLst>
            <pc:docMk/>
            <pc:sldMk cId="1486883326" sldId="273"/>
            <ac:grpSpMk id="3" creationId="{19192154-EBD9-007B-F618-77020AC81D31}"/>
          </ac:grpSpMkLst>
        </pc:grpChg>
        <pc:grpChg chg="add del mod">
          <ac:chgData name="Mikhail Dvoinishnikov" userId="80fe050a-0038-475b-8509-2bf2a2d8246d" providerId="ADAL" clId="{8015E068-AFC2-4D2D-8305-96A4FF5774D5}" dt="2024-06-12T07:42:58.669" v="1179"/>
          <ac:grpSpMkLst>
            <pc:docMk/>
            <pc:sldMk cId="1486883326" sldId="273"/>
            <ac:grpSpMk id="13" creationId="{B7C1FFDB-86FE-B578-46E6-9FEBFF97D7BD}"/>
          </ac:grpSpMkLst>
        </pc:grpChg>
        <pc:grpChg chg="add del mod">
          <ac:chgData name="Mikhail Dvoinishnikov" userId="80fe050a-0038-475b-8509-2bf2a2d8246d" providerId="ADAL" clId="{8015E068-AFC2-4D2D-8305-96A4FF5774D5}" dt="2024-06-17T06:32:54.897" v="1435"/>
          <ac:grpSpMkLst>
            <pc:docMk/>
            <pc:sldMk cId="1486883326" sldId="273"/>
            <ac:grpSpMk id="15" creationId="{DA9A85DA-08C1-C4D7-41E8-A869E8989C93}"/>
          </ac:grpSpMkLst>
        </pc:grpChg>
        <pc:grpChg chg="add mod">
          <ac:chgData name="Mikhail Dvoinishnikov" userId="80fe050a-0038-475b-8509-2bf2a2d8246d" providerId="ADAL" clId="{8015E068-AFC2-4D2D-8305-96A4FF5774D5}" dt="2024-06-12T07:43:04.635" v="1182"/>
          <ac:grpSpMkLst>
            <pc:docMk/>
            <pc:sldMk cId="1486883326" sldId="273"/>
            <ac:grpSpMk id="16" creationId="{2EF15287-0C86-6278-8DEF-CA119C410451}"/>
          </ac:grpSpMkLst>
        </pc:grpChg>
        <pc:grpChg chg="add del mod">
          <ac:chgData name="Mikhail Dvoinishnikov" userId="80fe050a-0038-475b-8509-2bf2a2d8246d" providerId="ADAL" clId="{8015E068-AFC2-4D2D-8305-96A4FF5774D5}" dt="2024-06-19T06:43:27.504" v="1581" actId="478"/>
          <ac:grpSpMkLst>
            <pc:docMk/>
            <pc:sldMk cId="1486883326" sldId="273"/>
            <ac:grpSpMk id="25" creationId="{7DC9C3F8-A181-CECE-28E9-95A49BDECBB2}"/>
          </ac:grpSpMkLst>
        </pc:grpChg>
        <pc:picChg chg="del">
          <ac:chgData name="Mikhail Dvoinishnikov" userId="80fe050a-0038-475b-8509-2bf2a2d8246d" providerId="ADAL" clId="{8015E068-AFC2-4D2D-8305-96A4FF5774D5}" dt="2024-06-12T07:08:49.073" v="756" actId="478"/>
          <ac:picMkLst>
            <pc:docMk/>
            <pc:sldMk cId="1486883326" sldId="273"/>
            <ac:picMk id="10" creationId="{75BBC4DE-3CB6-0871-4779-A93E0DE167FF}"/>
          </ac:picMkLst>
        </pc:picChg>
        <pc:picChg chg="mod">
          <ac:chgData name="Mikhail Dvoinishnikov" userId="80fe050a-0038-475b-8509-2bf2a2d8246d" providerId="ADAL" clId="{8015E068-AFC2-4D2D-8305-96A4FF5774D5}" dt="2024-06-12T07:42:15.460" v="1157"/>
          <ac:picMkLst>
            <pc:docMk/>
            <pc:sldMk cId="1486883326" sldId="273"/>
            <ac:picMk id="12" creationId="{C0FC03AB-5B92-F927-95A6-1BC641AB59AF}"/>
          </ac:picMkLst>
        </pc:picChg>
        <pc:picChg chg="add mod">
          <ac:chgData name="Mikhail Dvoinishnikov" userId="80fe050a-0038-475b-8509-2bf2a2d8246d" providerId="ADAL" clId="{8015E068-AFC2-4D2D-8305-96A4FF5774D5}" dt="2024-06-12T07:08:52.063" v="757" actId="1076"/>
          <ac:picMkLst>
            <pc:docMk/>
            <pc:sldMk cId="1486883326" sldId="273"/>
            <ac:picMk id="8194" creationId="{951CD0F7-57D8-D8BC-C784-FA8AB0B3FB4A}"/>
          </ac:picMkLst>
        </pc:picChg>
      </pc:sldChg>
      <pc:sldChg chg="addSp delSp modSp add mod">
        <pc:chgData name="Mikhail Dvoinishnikov" userId="80fe050a-0038-475b-8509-2bf2a2d8246d" providerId="ADAL" clId="{8015E068-AFC2-4D2D-8305-96A4FF5774D5}" dt="2024-06-19T06:46:35.046" v="1695" actId="20577"/>
        <pc:sldMkLst>
          <pc:docMk/>
          <pc:sldMk cId="853560636" sldId="274"/>
        </pc:sldMkLst>
        <pc:spChg chg="add del mod">
          <ac:chgData name="Mikhail Dvoinishnikov" userId="80fe050a-0038-475b-8509-2bf2a2d8246d" providerId="ADAL" clId="{8015E068-AFC2-4D2D-8305-96A4FF5774D5}" dt="2024-06-12T07:43:09.262" v="1184" actId="478"/>
          <ac:spMkLst>
            <pc:docMk/>
            <pc:sldMk cId="853560636" sldId="274"/>
            <ac:spMk id="2" creationId="{0BFCAC28-BF48-BF5A-08CB-02428A82F0F9}"/>
          </ac:spMkLst>
        </pc:spChg>
        <pc:spChg chg="mod">
          <ac:chgData name="Mikhail Dvoinishnikov" userId="80fe050a-0038-475b-8509-2bf2a2d8246d" providerId="ADAL" clId="{8015E068-AFC2-4D2D-8305-96A4FF5774D5}" dt="2024-06-17T06:34:05.994" v="1480"/>
          <ac:spMkLst>
            <pc:docMk/>
            <pc:sldMk cId="853560636" sldId="274"/>
            <ac:spMk id="4" creationId="{6A9022C7-8B63-D212-29A8-CFD20FD31C61}"/>
          </ac:spMkLst>
        </pc:spChg>
        <pc:spChg chg="del">
          <ac:chgData name="Mikhail Dvoinishnikov" userId="80fe050a-0038-475b-8509-2bf2a2d8246d" providerId="ADAL" clId="{8015E068-AFC2-4D2D-8305-96A4FF5774D5}" dt="2024-06-12T07:42:19.801" v="1159" actId="478"/>
          <ac:spMkLst>
            <pc:docMk/>
            <pc:sldMk cId="853560636" sldId="274"/>
            <ac:spMk id="4" creationId="{A539C300-EA15-56E8-DD6E-133616C4F40B}"/>
          </ac:spMkLst>
        </pc:spChg>
        <pc:spChg chg="mod">
          <ac:chgData name="Mikhail Dvoinishnikov" userId="80fe050a-0038-475b-8509-2bf2a2d8246d" providerId="ADAL" clId="{8015E068-AFC2-4D2D-8305-96A4FF5774D5}" dt="2024-06-17T06:34:05.994" v="1480"/>
          <ac:spMkLst>
            <pc:docMk/>
            <pc:sldMk cId="853560636" sldId="274"/>
            <ac:spMk id="5" creationId="{3DA6BB0F-92ED-9E1D-BE67-A8C59F33CC5F}"/>
          </ac:spMkLst>
        </pc:spChg>
        <pc:spChg chg="del">
          <ac:chgData name="Mikhail Dvoinishnikov" userId="80fe050a-0038-475b-8509-2bf2a2d8246d" providerId="ADAL" clId="{8015E068-AFC2-4D2D-8305-96A4FF5774D5}" dt="2024-06-12T07:43:07.655" v="1183" actId="478"/>
          <ac:spMkLst>
            <pc:docMk/>
            <pc:sldMk cId="853560636" sldId="274"/>
            <ac:spMk id="5" creationId="{43C289AC-F7E6-7D0A-9820-A5E66BD6C0B4}"/>
          </ac:spMkLst>
        </pc:spChg>
        <pc:spChg chg="mod">
          <ac:chgData name="Mikhail Dvoinishnikov" userId="80fe050a-0038-475b-8509-2bf2a2d8246d" providerId="ADAL" clId="{8015E068-AFC2-4D2D-8305-96A4FF5774D5}" dt="2024-06-17T06:34:05.994" v="1480"/>
          <ac:spMkLst>
            <pc:docMk/>
            <pc:sldMk cId="853560636" sldId="274"/>
            <ac:spMk id="6" creationId="{29407ABC-72B0-0383-9EA0-230527A9A2F8}"/>
          </ac:spMkLst>
        </pc:spChg>
        <pc:spChg chg="del">
          <ac:chgData name="Mikhail Dvoinishnikov" userId="80fe050a-0038-475b-8509-2bf2a2d8246d" providerId="ADAL" clId="{8015E068-AFC2-4D2D-8305-96A4FF5774D5}" dt="2024-06-12T07:42:19.439" v="1158" actId="478"/>
          <ac:spMkLst>
            <pc:docMk/>
            <pc:sldMk cId="853560636" sldId="274"/>
            <ac:spMk id="6" creationId="{B96B8E09-06C0-0325-8313-07CC0A6A62CC}"/>
          </ac:spMkLst>
        </pc:spChg>
        <pc:spChg chg="del mod">
          <ac:chgData name="Mikhail Dvoinishnikov" userId="80fe050a-0038-475b-8509-2bf2a2d8246d" providerId="ADAL" clId="{8015E068-AFC2-4D2D-8305-96A4FF5774D5}" dt="2024-06-12T07:42:21.389" v="1160" actId="478"/>
          <ac:spMkLst>
            <pc:docMk/>
            <pc:sldMk cId="853560636" sldId="274"/>
            <ac:spMk id="7" creationId="{101F1210-1553-354F-C5D4-39945AC04BBC}"/>
          </ac:spMkLst>
        </pc:spChg>
        <pc:spChg chg="mod">
          <ac:chgData name="Mikhail Dvoinishnikov" userId="80fe050a-0038-475b-8509-2bf2a2d8246d" providerId="ADAL" clId="{8015E068-AFC2-4D2D-8305-96A4FF5774D5}" dt="2024-06-17T06:34:05.994" v="1480"/>
          <ac:spMkLst>
            <pc:docMk/>
            <pc:sldMk cId="853560636" sldId="274"/>
            <ac:spMk id="7" creationId="{677B4046-92C1-E84B-52EA-6E108B97374B}"/>
          </ac:spMkLst>
        </pc:spChg>
        <pc:spChg chg="mod">
          <ac:chgData name="Mikhail Dvoinishnikov" userId="80fe050a-0038-475b-8509-2bf2a2d8246d" providerId="ADAL" clId="{8015E068-AFC2-4D2D-8305-96A4FF5774D5}" dt="2024-06-12T07:42:22.882" v="1161"/>
          <ac:spMkLst>
            <pc:docMk/>
            <pc:sldMk cId="853560636" sldId="274"/>
            <ac:spMk id="8" creationId="{55F4614A-F64E-1688-8642-92A682AEF98F}"/>
          </ac:spMkLst>
        </pc:spChg>
        <pc:spChg chg="mod">
          <ac:chgData name="Mikhail Dvoinishnikov" userId="80fe050a-0038-475b-8509-2bf2a2d8246d" providerId="ADAL" clId="{8015E068-AFC2-4D2D-8305-96A4FF5774D5}" dt="2024-06-12T07:12:00.627" v="818" actId="20577"/>
          <ac:spMkLst>
            <pc:docMk/>
            <pc:sldMk cId="853560636" sldId="274"/>
            <ac:spMk id="9" creationId="{ABBE7FBC-5B8F-629F-3F49-37DDA9402314}"/>
          </ac:spMkLst>
        </pc:spChg>
        <pc:spChg chg="mod">
          <ac:chgData name="Mikhail Dvoinishnikov" userId="80fe050a-0038-475b-8509-2bf2a2d8246d" providerId="ADAL" clId="{8015E068-AFC2-4D2D-8305-96A4FF5774D5}" dt="2024-06-12T07:44:20.164" v="1195" actId="207"/>
          <ac:spMkLst>
            <pc:docMk/>
            <pc:sldMk cId="853560636" sldId="274"/>
            <ac:spMk id="10" creationId="{2D761CAC-EC20-CA6F-7C9F-8694E782ECBC}"/>
          </ac:spMkLst>
        </pc:spChg>
        <pc:spChg chg="mod">
          <ac:chgData name="Mikhail Dvoinishnikov" userId="80fe050a-0038-475b-8509-2bf2a2d8246d" providerId="ADAL" clId="{8015E068-AFC2-4D2D-8305-96A4FF5774D5}" dt="2024-06-19T06:43:44.500" v="1587" actId="20577"/>
          <ac:spMkLst>
            <pc:docMk/>
            <pc:sldMk cId="853560636" sldId="274"/>
            <ac:spMk id="11" creationId="{2C58F9F6-17D7-A9D4-8C95-BE77FF1A6640}"/>
          </ac:spMkLst>
        </pc:spChg>
        <pc:spChg chg="mod">
          <ac:chgData name="Mikhail Dvoinishnikov" userId="80fe050a-0038-475b-8509-2bf2a2d8246d" providerId="ADAL" clId="{8015E068-AFC2-4D2D-8305-96A4FF5774D5}" dt="2024-06-12T07:43:10.564" v="1185"/>
          <ac:spMkLst>
            <pc:docMk/>
            <pc:sldMk cId="853560636" sldId="274"/>
            <ac:spMk id="14" creationId="{4B869D61-060E-415E-F8C6-6B69AC8855CB}"/>
          </ac:spMkLst>
        </pc:spChg>
        <pc:spChg chg="mod">
          <ac:chgData name="Mikhail Dvoinishnikov" userId="80fe050a-0038-475b-8509-2bf2a2d8246d" providerId="ADAL" clId="{8015E068-AFC2-4D2D-8305-96A4FF5774D5}" dt="2024-06-12T07:43:10.564" v="1185"/>
          <ac:spMkLst>
            <pc:docMk/>
            <pc:sldMk cId="853560636" sldId="274"/>
            <ac:spMk id="15" creationId="{FEAEC056-7DDA-BE48-C082-27AEC3BD3E51}"/>
          </ac:spMkLst>
        </pc:spChg>
        <pc:spChg chg="mod">
          <ac:chgData name="Mikhail Dvoinishnikov" userId="80fe050a-0038-475b-8509-2bf2a2d8246d" providerId="ADAL" clId="{8015E068-AFC2-4D2D-8305-96A4FF5774D5}" dt="2024-06-17T06:34:10.131" v="1485" actId="20577"/>
          <ac:spMkLst>
            <pc:docMk/>
            <pc:sldMk cId="853560636" sldId="274"/>
            <ac:spMk id="16" creationId="{4CC4FABD-802A-2F13-E47D-592BFFC3DDE6}"/>
          </ac:spMkLst>
        </pc:spChg>
        <pc:spChg chg="mod">
          <ac:chgData name="Mikhail Dvoinishnikov" userId="80fe050a-0038-475b-8509-2bf2a2d8246d" providerId="ADAL" clId="{8015E068-AFC2-4D2D-8305-96A4FF5774D5}" dt="2024-06-17T06:34:15.676" v="1497" actId="20577"/>
          <ac:spMkLst>
            <pc:docMk/>
            <pc:sldMk cId="853560636" sldId="274"/>
            <ac:spMk id="17" creationId="{470B093D-B1CD-2E99-379E-2A81C39A4B2F}"/>
          </ac:spMkLst>
        </pc:spChg>
        <pc:spChg chg="mod">
          <ac:chgData name="Mikhail Dvoinishnikov" userId="80fe050a-0038-475b-8509-2bf2a2d8246d" providerId="ADAL" clId="{8015E068-AFC2-4D2D-8305-96A4FF5774D5}" dt="2024-06-19T06:43:31.823" v="1584"/>
          <ac:spMkLst>
            <pc:docMk/>
            <pc:sldMk cId="853560636" sldId="274"/>
            <ac:spMk id="19" creationId="{ED2E0A5A-03D0-F79D-6A14-B01DC7C30F6B}"/>
          </ac:spMkLst>
        </pc:spChg>
        <pc:spChg chg="mod">
          <ac:chgData name="Mikhail Dvoinishnikov" userId="80fe050a-0038-475b-8509-2bf2a2d8246d" providerId="ADAL" clId="{8015E068-AFC2-4D2D-8305-96A4FF5774D5}" dt="2024-06-19T06:43:31.823" v="1584"/>
          <ac:spMkLst>
            <pc:docMk/>
            <pc:sldMk cId="853560636" sldId="274"/>
            <ac:spMk id="20" creationId="{E9F43216-C8C2-60DA-9F72-62F2ACAC9FBD}"/>
          </ac:spMkLst>
        </pc:spChg>
        <pc:spChg chg="mod">
          <ac:chgData name="Mikhail Dvoinishnikov" userId="80fe050a-0038-475b-8509-2bf2a2d8246d" providerId="ADAL" clId="{8015E068-AFC2-4D2D-8305-96A4FF5774D5}" dt="2024-06-19T06:43:31.823" v="1584"/>
          <ac:spMkLst>
            <pc:docMk/>
            <pc:sldMk cId="853560636" sldId="274"/>
            <ac:spMk id="21" creationId="{6B5B6195-483C-DBA3-2E9C-A6C4AD46850F}"/>
          </ac:spMkLst>
        </pc:spChg>
        <pc:spChg chg="mod">
          <ac:chgData name="Mikhail Dvoinishnikov" userId="80fe050a-0038-475b-8509-2bf2a2d8246d" providerId="ADAL" clId="{8015E068-AFC2-4D2D-8305-96A4FF5774D5}" dt="2024-06-19T06:46:27.609" v="1680" actId="20577"/>
          <ac:spMkLst>
            <pc:docMk/>
            <pc:sldMk cId="853560636" sldId="274"/>
            <ac:spMk id="22" creationId="{79A10B4F-CFC8-395C-906B-A9311936AF4D}"/>
          </ac:spMkLst>
        </pc:spChg>
        <pc:spChg chg="mod">
          <ac:chgData name="Mikhail Dvoinishnikov" userId="80fe050a-0038-475b-8509-2bf2a2d8246d" providerId="ADAL" clId="{8015E068-AFC2-4D2D-8305-96A4FF5774D5}" dt="2024-06-19T06:46:30.978" v="1685" actId="20577"/>
          <ac:spMkLst>
            <pc:docMk/>
            <pc:sldMk cId="853560636" sldId="274"/>
            <ac:spMk id="23" creationId="{4D108906-8ECE-D4AF-8519-F2F3A96FF16A}"/>
          </ac:spMkLst>
        </pc:spChg>
        <pc:spChg chg="mod">
          <ac:chgData name="Mikhail Dvoinishnikov" userId="80fe050a-0038-475b-8509-2bf2a2d8246d" providerId="ADAL" clId="{8015E068-AFC2-4D2D-8305-96A4FF5774D5}" dt="2024-06-19T06:46:35.046" v="1695" actId="20577"/>
          <ac:spMkLst>
            <pc:docMk/>
            <pc:sldMk cId="853560636" sldId="274"/>
            <ac:spMk id="24" creationId="{7234F80D-E466-2E38-F285-769563837007}"/>
          </ac:spMkLst>
        </pc:spChg>
        <pc:grpChg chg="add del mod">
          <ac:chgData name="Mikhail Dvoinishnikov" userId="80fe050a-0038-475b-8509-2bf2a2d8246d" providerId="ADAL" clId="{8015E068-AFC2-4D2D-8305-96A4FF5774D5}" dt="2024-06-19T06:43:31.632" v="1583" actId="478"/>
          <ac:grpSpMkLst>
            <pc:docMk/>
            <pc:sldMk cId="853560636" sldId="274"/>
            <ac:grpSpMk id="2" creationId="{E8615111-4723-ED68-704D-3AF2F1F30DD9}"/>
          </ac:grpSpMkLst>
        </pc:grpChg>
        <pc:grpChg chg="add mod">
          <ac:chgData name="Mikhail Dvoinishnikov" userId="80fe050a-0038-475b-8509-2bf2a2d8246d" providerId="ADAL" clId="{8015E068-AFC2-4D2D-8305-96A4FF5774D5}" dt="2024-06-12T07:42:22.882" v="1161"/>
          <ac:grpSpMkLst>
            <pc:docMk/>
            <pc:sldMk cId="853560636" sldId="274"/>
            <ac:grpSpMk id="3" creationId="{FB6CA7E4-FACA-3C86-5358-C590C2C5276B}"/>
          </ac:grpSpMkLst>
        </pc:grpChg>
        <pc:grpChg chg="add mod">
          <ac:chgData name="Mikhail Dvoinishnikov" userId="80fe050a-0038-475b-8509-2bf2a2d8246d" providerId="ADAL" clId="{8015E068-AFC2-4D2D-8305-96A4FF5774D5}" dt="2024-06-12T07:43:10.564" v="1185"/>
          <ac:grpSpMkLst>
            <pc:docMk/>
            <pc:sldMk cId="853560636" sldId="274"/>
            <ac:grpSpMk id="13" creationId="{68D07535-3C34-C152-798F-6BA505421F11}"/>
          </ac:grpSpMkLst>
        </pc:grpChg>
        <pc:grpChg chg="add mod">
          <ac:chgData name="Mikhail Dvoinishnikov" userId="80fe050a-0038-475b-8509-2bf2a2d8246d" providerId="ADAL" clId="{8015E068-AFC2-4D2D-8305-96A4FF5774D5}" dt="2024-06-19T06:44:01.424" v="1588" actId="1076"/>
          <ac:grpSpMkLst>
            <pc:docMk/>
            <pc:sldMk cId="853560636" sldId="274"/>
            <ac:grpSpMk id="18" creationId="{37CB7ED2-F9B7-0C5F-D72C-49A4DF8B1267}"/>
          </ac:grpSpMkLst>
        </pc:grpChg>
        <pc:picChg chg="add del">
          <ac:chgData name="Mikhail Dvoinishnikov" userId="80fe050a-0038-475b-8509-2bf2a2d8246d" providerId="ADAL" clId="{8015E068-AFC2-4D2D-8305-96A4FF5774D5}" dt="2024-06-12T07:12:43.041" v="830" actId="478"/>
          <ac:picMkLst>
            <pc:docMk/>
            <pc:sldMk cId="853560636" sldId="274"/>
            <ac:picMk id="10" creationId="{75BBC4DE-3CB6-0871-4779-A93E0DE167FF}"/>
          </ac:picMkLst>
        </pc:picChg>
        <pc:picChg chg="mod">
          <ac:chgData name="Mikhail Dvoinishnikov" userId="80fe050a-0038-475b-8509-2bf2a2d8246d" providerId="ADAL" clId="{8015E068-AFC2-4D2D-8305-96A4FF5774D5}" dt="2024-06-12T07:42:22.882" v="1161"/>
          <ac:picMkLst>
            <pc:docMk/>
            <pc:sldMk cId="853560636" sldId="274"/>
            <ac:picMk id="12" creationId="{13B6FF8D-7D5A-61FC-908E-6F0A7794432F}"/>
          </ac:picMkLst>
        </pc:picChg>
        <pc:picChg chg="add del mod">
          <ac:chgData name="Mikhail Dvoinishnikov" userId="80fe050a-0038-475b-8509-2bf2a2d8246d" providerId="ADAL" clId="{8015E068-AFC2-4D2D-8305-96A4FF5774D5}" dt="2024-06-12T07:12:22.645" v="823"/>
          <ac:picMkLst>
            <pc:docMk/>
            <pc:sldMk cId="853560636" sldId="274"/>
            <ac:picMk id="9218" creationId="{A1376895-77F0-2B50-4C01-F6210F0BBFDC}"/>
          </ac:picMkLst>
        </pc:picChg>
        <pc:picChg chg="add mod">
          <ac:chgData name="Mikhail Dvoinishnikov" userId="80fe050a-0038-475b-8509-2bf2a2d8246d" providerId="ADAL" clId="{8015E068-AFC2-4D2D-8305-96A4FF5774D5}" dt="2024-06-12T07:12:36.720" v="829" actId="14100"/>
          <ac:picMkLst>
            <pc:docMk/>
            <pc:sldMk cId="853560636" sldId="274"/>
            <ac:picMk id="9220" creationId="{DB16E84F-089C-437C-1D8B-812DA190091D}"/>
          </ac:picMkLst>
        </pc:picChg>
      </pc:sldChg>
      <pc:sldChg chg="addSp delSp modSp add mod">
        <pc:chgData name="Mikhail Dvoinishnikov" userId="80fe050a-0038-475b-8509-2bf2a2d8246d" providerId="ADAL" clId="{8015E068-AFC2-4D2D-8305-96A4FF5774D5}" dt="2024-06-19T06:46:57.838" v="1723" actId="20577"/>
        <pc:sldMkLst>
          <pc:docMk/>
          <pc:sldMk cId="50289847" sldId="275"/>
        </pc:sldMkLst>
        <pc:spChg chg="add del mod">
          <ac:chgData name="Mikhail Dvoinishnikov" userId="80fe050a-0038-475b-8509-2bf2a2d8246d" providerId="ADAL" clId="{8015E068-AFC2-4D2D-8305-96A4FF5774D5}" dt="2024-06-12T07:43:15.582" v="1187" actId="478"/>
          <ac:spMkLst>
            <pc:docMk/>
            <pc:sldMk cId="50289847" sldId="275"/>
            <ac:spMk id="2" creationId="{5A7929B9-F257-A798-303D-1F74B78A0C72}"/>
          </ac:spMkLst>
        </pc:spChg>
        <pc:spChg chg="del">
          <ac:chgData name="Mikhail Dvoinishnikov" userId="80fe050a-0038-475b-8509-2bf2a2d8246d" providerId="ADAL" clId="{8015E068-AFC2-4D2D-8305-96A4FF5774D5}" dt="2024-06-12T07:42:26.901" v="1163" actId="478"/>
          <ac:spMkLst>
            <pc:docMk/>
            <pc:sldMk cId="50289847" sldId="275"/>
            <ac:spMk id="4" creationId="{A539C300-EA15-56E8-DD6E-133616C4F40B}"/>
          </ac:spMkLst>
        </pc:spChg>
        <pc:spChg chg="mod">
          <ac:chgData name="Mikhail Dvoinishnikov" userId="80fe050a-0038-475b-8509-2bf2a2d8246d" providerId="ADAL" clId="{8015E068-AFC2-4D2D-8305-96A4FF5774D5}" dt="2024-06-19T06:43:35.515" v="1586"/>
          <ac:spMkLst>
            <pc:docMk/>
            <pc:sldMk cId="50289847" sldId="275"/>
            <ac:spMk id="4" creationId="{ED4BF3AA-A06D-62B1-230A-8AAF72E18054}"/>
          </ac:spMkLst>
        </pc:spChg>
        <pc:spChg chg="mod">
          <ac:chgData name="Mikhail Dvoinishnikov" userId="80fe050a-0038-475b-8509-2bf2a2d8246d" providerId="ADAL" clId="{8015E068-AFC2-4D2D-8305-96A4FF5774D5}" dt="2024-06-17T06:34:30.316" v="1500"/>
          <ac:spMkLst>
            <pc:docMk/>
            <pc:sldMk cId="50289847" sldId="275"/>
            <ac:spMk id="4" creationId="{FA14EC54-A0DD-BBFE-073B-13343402B7EE}"/>
          </ac:spMkLst>
        </pc:spChg>
        <pc:spChg chg="mod">
          <ac:chgData name="Mikhail Dvoinishnikov" userId="80fe050a-0038-475b-8509-2bf2a2d8246d" providerId="ADAL" clId="{8015E068-AFC2-4D2D-8305-96A4FF5774D5}" dt="2024-06-19T06:43:35.515" v="1586"/>
          <ac:spMkLst>
            <pc:docMk/>
            <pc:sldMk cId="50289847" sldId="275"/>
            <ac:spMk id="5" creationId="{23D538C1-5DCA-2489-53C1-0199681EF7A6}"/>
          </ac:spMkLst>
        </pc:spChg>
        <pc:spChg chg="del">
          <ac:chgData name="Mikhail Dvoinishnikov" userId="80fe050a-0038-475b-8509-2bf2a2d8246d" providerId="ADAL" clId="{8015E068-AFC2-4D2D-8305-96A4FF5774D5}" dt="2024-06-12T07:43:14.024" v="1186" actId="478"/>
          <ac:spMkLst>
            <pc:docMk/>
            <pc:sldMk cId="50289847" sldId="275"/>
            <ac:spMk id="5" creationId="{43C289AC-F7E6-7D0A-9820-A5E66BD6C0B4}"/>
          </ac:spMkLst>
        </pc:spChg>
        <pc:spChg chg="mod">
          <ac:chgData name="Mikhail Dvoinishnikov" userId="80fe050a-0038-475b-8509-2bf2a2d8246d" providerId="ADAL" clId="{8015E068-AFC2-4D2D-8305-96A4FF5774D5}" dt="2024-06-17T06:34:30.316" v="1500"/>
          <ac:spMkLst>
            <pc:docMk/>
            <pc:sldMk cId="50289847" sldId="275"/>
            <ac:spMk id="5" creationId="{E6FEBE35-CD03-DBCD-7BBA-47545F627470}"/>
          </ac:spMkLst>
        </pc:spChg>
        <pc:spChg chg="mod">
          <ac:chgData name="Mikhail Dvoinishnikov" userId="80fe050a-0038-475b-8509-2bf2a2d8246d" providerId="ADAL" clId="{8015E068-AFC2-4D2D-8305-96A4FF5774D5}" dt="2024-06-19T06:43:35.515" v="1586"/>
          <ac:spMkLst>
            <pc:docMk/>
            <pc:sldMk cId="50289847" sldId="275"/>
            <ac:spMk id="6" creationId="{6FA33FE2-F92E-B0C5-39D4-035B0D24A8BE}"/>
          </ac:spMkLst>
        </pc:spChg>
        <pc:spChg chg="del">
          <ac:chgData name="Mikhail Dvoinishnikov" userId="80fe050a-0038-475b-8509-2bf2a2d8246d" providerId="ADAL" clId="{8015E068-AFC2-4D2D-8305-96A4FF5774D5}" dt="2024-06-12T07:42:26.279" v="1162" actId="478"/>
          <ac:spMkLst>
            <pc:docMk/>
            <pc:sldMk cId="50289847" sldId="275"/>
            <ac:spMk id="6" creationId="{B96B8E09-06C0-0325-8313-07CC0A6A62CC}"/>
          </ac:spMkLst>
        </pc:spChg>
        <pc:spChg chg="mod">
          <ac:chgData name="Mikhail Dvoinishnikov" userId="80fe050a-0038-475b-8509-2bf2a2d8246d" providerId="ADAL" clId="{8015E068-AFC2-4D2D-8305-96A4FF5774D5}" dt="2024-06-17T06:34:30.316" v="1500"/>
          <ac:spMkLst>
            <pc:docMk/>
            <pc:sldMk cId="50289847" sldId="275"/>
            <ac:spMk id="6" creationId="{DD4910F2-9BF4-3FDD-CDD1-2E8D68D956BE}"/>
          </ac:spMkLst>
        </pc:spChg>
        <pc:spChg chg="del mod">
          <ac:chgData name="Mikhail Dvoinishnikov" userId="80fe050a-0038-475b-8509-2bf2a2d8246d" providerId="ADAL" clId="{8015E068-AFC2-4D2D-8305-96A4FF5774D5}" dt="2024-06-12T07:42:28.157" v="1164" actId="478"/>
          <ac:spMkLst>
            <pc:docMk/>
            <pc:sldMk cId="50289847" sldId="275"/>
            <ac:spMk id="7" creationId="{101F1210-1553-354F-C5D4-39945AC04BBC}"/>
          </ac:spMkLst>
        </pc:spChg>
        <pc:spChg chg="mod">
          <ac:chgData name="Mikhail Dvoinishnikov" userId="80fe050a-0038-475b-8509-2bf2a2d8246d" providerId="ADAL" clId="{8015E068-AFC2-4D2D-8305-96A4FF5774D5}" dt="2024-06-17T06:34:30.316" v="1500"/>
          <ac:spMkLst>
            <pc:docMk/>
            <pc:sldMk cId="50289847" sldId="275"/>
            <ac:spMk id="7" creationId="{A1EA613E-6994-0A0B-24A2-CE302B39E6C2}"/>
          </ac:spMkLst>
        </pc:spChg>
        <pc:spChg chg="mod">
          <ac:chgData name="Mikhail Dvoinishnikov" userId="80fe050a-0038-475b-8509-2bf2a2d8246d" providerId="ADAL" clId="{8015E068-AFC2-4D2D-8305-96A4FF5774D5}" dt="2024-06-19T06:46:47.266" v="1703" actId="20577"/>
          <ac:spMkLst>
            <pc:docMk/>
            <pc:sldMk cId="50289847" sldId="275"/>
            <ac:spMk id="7" creationId="{D50B35B6-F6AB-1139-6C63-29EA0761D632}"/>
          </ac:spMkLst>
        </pc:spChg>
        <pc:spChg chg="mod">
          <ac:chgData name="Mikhail Dvoinishnikov" userId="80fe050a-0038-475b-8509-2bf2a2d8246d" providerId="ADAL" clId="{8015E068-AFC2-4D2D-8305-96A4FF5774D5}" dt="2024-06-12T07:42:29.193" v="1165"/>
          <ac:spMkLst>
            <pc:docMk/>
            <pc:sldMk cId="50289847" sldId="275"/>
            <ac:spMk id="8" creationId="{4337BDD7-7FF9-3CA4-B0EB-7318FF015C1D}"/>
          </ac:spMkLst>
        </pc:spChg>
        <pc:spChg chg="mod">
          <ac:chgData name="Mikhail Dvoinishnikov" userId="80fe050a-0038-475b-8509-2bf2a2d8246d" providerId="ADAL" clId="{8015E068-AFC2-4D2D-8305-96A4FF5774D5}" dt="2024-06-12T07:16:25.061" v="894" actId="20577"/>
          <ac:spMkLst>
            <pc:docMk/>
            <pc:sldMk cId="50289847" sldId="275"/>
            <ac:spMk id="9" creationId="{ABBE7FBC-5B8F-629F-3F49-37DDA9402314}"/>
          </ac:spMkLst>
        </pc:spChg>
        <pc:spChg chg="mod">
          <ac:chgData name="Mikhail Dvoinishnikov" userId="80fe050a-0038-475b-8509-2bf2a2d8246d" providerId="ADAL" clId="{8015E068-AFC2-4D2D-8305-96A4FF5774D5}" dt="2024-06-12T07:44:23.476" v="1196" actId="207"/>
          <ac:spMkLst>
            <pc:docMk/>
            <pc:sldMk cId="50289847" sldId="275"/>
            <ac:spMk id="10" creationId="{A57C5FD4-204C-940D-0993-DE0CBB73DB43}"/>
          </ac:spMkLst>
        </pc:spChg>
        <pc:spChg chg="mod">
          <ac:chgData name="Mikhail Dvoinishnikov" userId="80fe050a-0038-475b-8509-2bf2a2d8246d" providerId="ADAL" clId="{8015E068-AFC2-4D2D-8305-96A4FF5774D5}" dt="2024-06-17T06:34:35.615" v="1502" actId="20577"/>
          <ac:spMkLst>
            <pc:docMk/>
            <pc:sldMk cId="50289847" sldId="275"/>
            <ac:spMk id="11" creationId="{2C58F9F6-17D7-A9D4-8C95-BE77FF1A6640}"/>
          </ac:spMkLst>
        </pc:spChg>
        <pc:spChg chg="mod">
          <ac:chgData name="Mikhail Dvoinishnikov" userId="80fe050a-0038-475b-8509-2bf2a2d8246d" providerId="ADAL" clId="{8015E068-AFC2-4D2D-8305-96A4FF5774D5}" dt="2024-06-12T07:43:16.604" v="1188"/>
          <ac:spMkLst>
            <pc:docMk/>
            <pc:sldMk cId="50289847" sldId="275"/>
            <ac:spMk id="14" creationId="{584F7556-30FB-A7D2-7B74-3BF8B836D937}"/>
          </ac:spMkLst>
        </pc:spChg>
        <pc:spChg chg="mod">
          <ac:chgData name="Mikhail Dvoinishnikov" userId="80fe050a-0038-475b-8509-2bf2a2d8246d" providerId="ADAL" clId="{8015E068-AFC2-4D2D-8305-96A4FF5774D5}" dt="2024-06-12T07:43:16.604" v="1188"/>
          <ac:spMkLst>
            <pc:docMk/>
            <pc:sldMk cId="50289847" sldId="275"/>
            <ac:spMk id="15" creationId="{A3FFB0EA-CCB5-246A-4B06-A09C9DF4712F}"/>
          </ac:spMkLst>
        </pc:spChg>
        <pc:spChg chg="mod">
          <ac:chgData name="Mikhail Dvoinishnikov" userId="80fe050a-0038-475b-8509-2bf2a2d8246d" providerId="ADAL" clId="{8015E068-AFC2-4D2D-8305-96A4FF5774D5}" dt="2024-06-17T06:34:30.316" v="1500"/>
          <ac:spMkLst>
            <pc:docMk/>
            <pc:sldMk cId="50289847" sldId="275"/>
            <ac:spMk id="16" creationId="{4EF013D7-8706-869C-E57A-79FD56E7E3F4}"/>
          </ac:spMkLst>
        </pc:spChg>
        <pc:spChg chg="mod">
          <ac:chgData name="Mikhail Dvoinishnikov" userId="80fe050a-0038-475b-8509-2bf2a2d8246d" providerId="ADAL" clId="{8015E068-AFC2-4D2D-8305-96A4FF5774D5}" dt="2024-06-19T06:46:53.639" v="1715" actId="20577"/>
          <ac:spMkLst>
            <pc:docMk/>
            <pc:sldMk cId="50289847" sldId="275"/>
            <ac:spMk id="16" creationId="{5DF510AF-5609-4144-BC8C-E8A651893AD5}"/>
          </ac:spMkLst>
        </pc:spChg>
        <pc:spChg chg="mod">
          <ac:chgData name="Mikhail Dvoinishnikov" userId="80fe050a-0038-475b-8509-2bf2a2d8246d" providerId="ADAL" clId="{8015E068-AFC2-4D2D-8305-96A4FF5774D5}" dt="2024-06-19T06:46:57.838" v="1723" actId="20577"/>
          <ac:spMkLst>
            <pc:docMk/>
            <pc:sldMk cId="50289847" sldId="275"/>
            <ac:spMk id="17" creationId="{5564F150-3D91-776A-E4DA-76AA955271D0}"/>
          </ac:spMkLst>
        </pc:spChg>
        <pc:spChg chg="mod">
          <ac:chgData name="Mikhail Dvoinishnikov" userId="80fe050a-0038-475b-8509-2bf2a2d8246d" providerId="ADAL" clId="{8015E068-AFC2-4D2D-8305-96A4FF5774D5}" dt="2024-06-17T06:34:30.316" v="1500"/>
          <ac:spMkLst>
            <pc:docMk/>
            <pc:sldMk cId="50289847" sldId="275"/>
            <ac:spMk id="17" creationId="{9197B510-F05C-E831-A2ED-1B9DFA93C5E6}"/>
          </ac:spMkLst>
        </pc:spChg>
        <pc:spChg chg="mod">
          <ac:chgData name="Mikhail Dvoinishnikov" userId="80fe050a-0038-475b-8509-2bf2a2d8246d" providerId="ADAL" clId="{8015E068-AFC2-4D2D-8305-96A4FF5774D5}" dt="2024-06-17T06:34:37.049" v="1503"/>
          <ac:spMkLst>
            <pc:docMk/>
            <pc:sldMk cId="50289847" sldId="275"/>
            <ac:spMk id="19" creationId="{F54C7ADC-84CA-5267-2BE8-23031FAB638D}"/>
          </ac:spMkLst>
        </pc:spChg>
        <pc:spChg chg="mod">
          <ac:chgData name="Mikhail Dvoinishnikov" userId="80fe050a-0038-475b-8509-2bf2a2d8246d" providerId="ADAL" clId="{8015E068-AFC2-4D2D-8305-96A4FF5774D5}" dt="2024-06-17T06:34:37.049" v="1503"/>
          <ac:spMkLst>
            <pc:docMk/>
            <pc:sldMk cId="50289847" sldId="275"/>
            <ac:spMk id="20" creationId="{4148A5B2-FC02-6A80-53D0-92944CBED655}"/>
          </ac:spMkLst>
        </pc:spChg>
        <pc:spChg chg="mod">
          <ac:chgData name="Mikhail Dvoinishnikov" userId="80fe050a-0038-475b-8509-2bf2a2d8246d" providerId="ADAL" clId="{8015E068-AFC2-4D2D-8305-96A4FF5774D5}" dt="2024-06-17T06:34:37.049" v="1503"/>
          <ac:spMkLst>
            <pc:docMk/>
            <pc:sldMk cId="50289847" sldId="275"/>
            <ac:spMk id="21" creationId="{BEE9384E-A74E-223B-FD44-6B1FB67ED46A}"/>
          </ac:spMkLst>
        </pc:spChg>
        <pc:spChg chg="mod">
          <ac:chgData name="Mikhail Dvoinishnikov" userId="80fe050a-0038-475b-8509-2bf2a2d8246d" providerId="ADAL" clId="{8015E068-AFC2-4D2D-8305-96A4FF5774D5}" dt="2024-06-17T06:34:42.110" v="1513" actId="20577"/>
          <ac:spMkLst>
            <pc:docMk/>
            <pc:sldMk cId="50289847" sldId="275"/>
            <ac:spMk id="22" creationId="{6F32A508-F2F3-AF59-FA17-77918C8ABAEB}"/>
          </ac:spMkLst>
        </pc:spChg>
        <pc:spChg chg="mod">
          <ac:chgData name="Mikhail Dvoinishnikov" userId="80fe050a-0038-475b-8509-2bf2a2d8246d" providerId="ADAL" clId="{8015E068-AFC2-4D2D-8305-96A4FF5774D5}" dt="2024-06-17T06:34:47.188" v="1525" actId="20577"/>
          <ac:spMkLst>
            <pc:docMk/>
            <pc:sldMk cId="50289847" sldId="275"/>
            <ac:spMk id="23" creationId="{5BCB0A7B-1956-DEE0-ED98-488775E385F4}"/>
          </ac:spMkLst>
        </pc:spChg>
        <pc:spChg chg="mod">
          <ac:chgData name="Mikhail Dvoinishnikov" userId="80fe050a-0038-475b-8509-2bf2a2d8246d" providerId="ADAL" clId="{8015E068-AFC2-4D2D-8305-96A4FF5774D5}" dt="2024-06-17T06:35:15.987" v="1543" actId="20577"/>
          <ac:spMkLst>
            <pc:docMk/>
            <pc:sldMk cId="50289847" sldId="275"/>
            <ac:spMk id="24" creationId="{9071F598-452E-69D7-8C66-58DAB33E26AE}"/>
          </ac:spMkLst>
        </pc:spChg>
        <pc:grpChg chg="add del mod">
          <ac:chgData name="Mikhail Dvoinishnikov" userId="80fe050a-0038-475b-8509-2bf2a2d8246d" providerId="ADAL" clId="{8015E068-AFC2-4D2D-8305-96A4FF5774D5}" dt="2024-06-17T06:34:32.665" v="1501"/>
          <ac:grpSpMkLst>
            <pc:docMk/>
            <pc:sldMk cId="50289847" sldId="275"/>
            <ac:grpSpMk id="2" creationId="{1FC00121-DF57-4C20-DC02-3056EB33F31C}"/>
          </ac:grpSpMkLst>
        </pc:grpChg>
        <pc:grpChg chg="add mod">
          <ac:chgData name="Mikhail Dvoinishnikov" userId="80fe050a-0038-475b-8509-2bf2a2d8246d" providerId="ADAL" clId="{8015E068-AFC2-4D2D-8305-96A4FF5774D5}" dt="2024-06-19T06:43:35.515" v="1586"/>
          <ac:grpSpMkLst>
            <pc:docMk/>
            <pc:sldMk cId="50289847" sldId="275"/>
            <ac:grpSpMk id="2" creationId="{583EA38C-DBED-D1D5-5D22-E4113A58A33D}"/>
          </ac:grpSpMkLst>
        </pc:grpChg>
        <pc:grpChg chg="add mod">
          <ac:chgData name="Mikhail Dvoinishnikov" userId="80fe050a-0038-475b-8509-2bf2a2d8246d" providerId="ADAL" clId="{8015E068-AFC2-4D2D-8305-96A4FF5774D5}" dt="2024-06-12T07:42:29.193" v="1165"/>
          <ac:grpSpMkLst>
            <pc:docMk/>
            <pc:sldMk cId="50289847" sldId="275"/>
            <ac:grpSpMk id="3" creationId="{7752FB70-A686-E3F6-EC95-2BFAFE347CFA}"/>
          </ac:grpSpMkLst>
        </pc:grpChg>
        <pc:grpChg chg="add mod">
          <ac:chgData name="Mikhail Dvoinishnikov" userId="80fe050a-0038-475b-8509-2bf2a2d8246d" providerId="ADAL" clId="{8015E068-AFC2-4D2D-8305-96A4FF5774D5}" dt="2024-06-12T07:43:16.604" v="1188"/>
          <ac:grpSpMkLst>
            <pc:docMk/>
            <pc:sldMk cId="50289847" sldId="275"/>
            <ac:grpSpMk id="13" creationId="{010C6B47-705C-9D56-A135-6001E0CBB81F}"/>
          </ac:grpSpMkLst>
        </pc:grpChg>
        <pc:grpChg chg="add del mod">
          <ac:chgData name="Mikhail Dvoinishnikov" userId="80fe050a-0038-475b-8509-2bf2a2d8246d" providerId="ADAL" clId="{8015E068-AFC2-4D2D-8305-96A4FF5774D5}" dt="2024-06-19T06:43:35.313" v="1585" actId="478"/>
          <ac:grpSpMkLst>
            <pc:docMk/>
            <pc:sldMk cId="50289847" sldId="275"/>
            <ac:grpSpMk id="18" creationId="{210BF5FB-74E3-4B0A-9D69-9A37E7F7CBEF}"/>
          </ac:grpSpMkLst>
        </pc:grpChg>
        <pc:picChg chg="mod">
          <ac:chgData name="Mikhail Dvoinishnikov" userId="80fe050a-0038-475b-8509-2bf2a2d8246d" providerId="ADAL" clId="{8015E068-AFC2-4D2D-8305-96A4FF5774D5}" dt="2024-06-12T07:42:29.193" v="1165"/>
          <ac:picMkLst>
            <pc:docMk/>
            <pc:sldMk cId="50289847" sldId="275"/>
            <ac:picMk id="12" creationId="{ED308E0B-F184-3D61-4834-6242231A2B81}"/>
          </ac:picMkLst>
        </pc:picChg>
        <pc:picChg chg="del">
          <ac:chgData name="Mikhail Dvoinishnikov" userId="80fe050a-0038-475b-8509-2bf2a2d8246d" providerId="ADAL" clId="{8015E068-AFC2-4D2D-8305-96A4FF5774D5}" dt="2024-06-12T07:18:00.891" v="902" actId="478"/>
          <ac:picMkLst>
            <pc:docMk/>
            <pc:sldMk cId="50289847" sldId="275"/>
            <ac:picMk id="9220" creationId="{DB16E84F-089C-437C-1D8B-812DA190091D}"/>
          </ac:picMkLst>
        </pc:picChg>
        <pc:picChg chg="add mod">
          <ac:chgData name="Mikhail Dvoinishnikov" userId="80fe050a-0038-475b-8509-2bf2a2d8246d" providerId="ADAL" clId="{8015E068-AFC2-4D2D-8305-96A4FF5774D5}" dt="2024-06-12T07:18:02.722" v="903" actId="1076"/>
          <ac:picMkLst>
            <pc:docMk/>
            <pc:sldMk cId="50289847" sldId="275"/>
            <ac:picMk id="10242" creationId="{204543BB-8042-F2C0-6918-CBF87583A7F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b-L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CE6081-130D-47EA-A67D-DAE49374B15E}" type="datetimeFigureOut">
              <a:rPr lang="lb-LU" smtClean="0"/>
              <a:t>19.06.24</a:t>
            </a:fld>
            <a:endParaRPr lang="lb-L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b-L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b-L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b-L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35CB41-198A-465F-99F2-5C95ECF1DCDA}" type="slidenum">
              <a:rPr lang="lb-LU" smtClean="0"/>
              <a:t>‹#›</a:t>
            </a:fld>
            <a:endParaRPr lang="lb-LU"/>
          </a:p>
        </p:txBody>
      </p:sp>
    </p:spTree>
    <p:extLst>
      <p:ext uri="{BB962C8B-B14F-4D97-AF65-F5344CB8AC3E}">
        <p14:creationId xmlns:p14="http://schemas.microsoft.com/office/powerpoint/2010/main" val="18025177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3EEBD-CE77-8429-4484-8FCFFBEB8EC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lb-LU"/>
          </a:p>
        </p:txBody>
      </p:sp>
      <p:sp>
        <p:nvSpPr>
          <p:cNvPr id="3" name="Subtitle 2">
            <a:extLst>
              <a:ext uri="{FF2B5EF4-FFF2-40B4-BE49-F238E27FC236}">
                <a16:creationId xmlns:a16="http://schemas.microsoft.com/office/drawing/2014/main" id="{2F322EF0-0758-9B9F-9BEE-600EAA7A31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lb-LU"/>
          </a:p>
        </p:txBody>
      </p:sp>
      <p:sp>
        <p:nvSpPr>
          <p:cNvPr id="4" name="Date Placeholder 3">
            <a:extLst>
              <a:ext uri="{FF2B5EF4-FFF2-40B4-BE49-F238E27FC236}">
                <a16:creationId xmlns:a16="http://schemas.microsoft.com/office/drawing/2014/main" id="{CB401C57-9BFF-1965-7EFB-D93D67011A19}"/>
              </a:ext>
            </a:extLst>
          </p:cNvPr>
          <p:cNvSpPr>
            <a:spLocks noGrp="1"/>
          </p:cNvSpPr>
          <p:nvPr>
            <p:ph type="dt" sz="half" idx="10"/>
          </p:nvPr>
        </p:nvSpPr>
        <p:spPr/>
        <p:txBody>
          <a:bodyPr/>
          <a:lstStyle/>
          <a:p>
            <a:fld id="{6A5D1637-0AE9-459E-9803-1C7819E19CB3}" type="datetimeFigureOut">
              <a:rPr lang="lb-LU" smtClean="0"/>
              <a:t>19.06.24</a:t>
            </a:fld>
            <a:endParaRPr lang="lb-LU"/>
          </a:p>
        </p:txBody>
      </p:sp>
      <p:sp>
        <p:nvSpPr>
          <p:cNvPr id="5" name="Footer Placeholder 4">
            <a:extLst>
              <a:ext uri="{FF2B5EF4-FFF2-40B4-BE49-F238E27FC236}">
                <a16:creationId xmlns:a16="http://schemas.microsoft.com/office/drawing/2014/main" id="{B54B5D5B-B4B9-0382-E195-FC73D9B81E32}"/>
              </a:ext>
            </a:extLst>
          </p:cNvPr>
          <p:cNvSpPr>
            <a:spLocks noGrp="1"/>
          </p:cNvSpPr>
          <p:nvPr>
            <p:ph type="ftr" sz="quarter" idx="11"/>
          </p:nvPr>
        </p:nvSpPr>
        <p:spPr/>
        <p:txBody>
          <a:bodyPr/>
          <a:lstStyle/>
          <a:p>
            <a:endParaRPr lang="lb-LU"/>
          </a:p>
        </p:txBody>
      </p:sp>
      <p:sp>
        <p:nvSpPr>
          <p:cNvPr id="6" name="Slide Number Placeholder 5">
            <a:extLst>
              <a:ext uri="{FF2B5EF4-FFF2-40B4-BE49-F238E27FC236}">
                <a16:creationId xmlns:a16="http://schemas.microsoft.com/office/drawing/2014/main" id="{C790694E-489A-7090-6267-01D89F1E7080}"/>
              </a:ext>
            </a:extLst>
          </p:cNvPr>
          <p:cNvSpPr>
            <a:spLocks noGrp="1"/>
          </p:cNvSpPr>
          <p:nvPr>
            <p:ph type="sldNum" sz="quarter" idx="12"/>
          </p:nvPr>
        </p:nvSpPr>
        <p:spPr/>
        <p:txBody>
          <a:bodyPr/>
          <a:lstStyle/>
          <a:p>
            <a:fld id="{F7106293-B60D-4CFD-B9FF-404279ADB7BE}" type="slidenum">
              <a:rPr lang="lb-LU" smtClean="0"/>
              <a:t>‹#›</a:t>
            </a:fld>
            <a:endParaRPr lang="lb-LU"/>
          </a:p>
        </p:txBody>
      </p:sp>
    </p:spTree>
    <p:extLst>
      <p:ext uri="{BB962C8B-B14F-4D97-AF65-F5344CB8AC3E}">
        <p14:creationId xmlns:p14="http://schemas.microsoft.com/office/powerpoint/2010/main" val="20761204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24EF7-E56A-A0E5-6064-CCC53055C65D}"/>
              </a:ext>
            </a:extLst>
          </p:cNvPr>
          <p:cNvSpPr>
            <a:spLocks noGrp="1"/>
          </p:cNvSpPr>
          <p:nvPr>
            <p:ph type="title"/>
          </p:nvPr>
        </p:nvSpPr>
        <p:spPr/>
        <p:txBody>
          <a:bodyPr/>
          <a:lstStyle/>
          <a:p>
            <a:r>
              <a:rPr lang="en-US"/>
              <a:t>Click to edit Master title style</a:t>
            </a:r>
            <a:endParaRPr lang="lb-LU"/>
          </a:p>
        </p:txBody>
      </p:sp>
      <p:sp>
        <p:nvSpPr>
          <p:cNvPr id="3" name="Content Placeholder 2">
            <a:extLst>
              <a:ext uri="{FF2B5EF4-FFF2-40B4-BE49-F238E27FC236}">
                <a16:creationId xmlns:a16="http://schemas.microsoft.com/office/drawing/2014/main" id="{DD1A44A7-8D41-5C17-0274-81937851D6E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b-LU"/>
          </a:p>
        </p:txBody>
      </p:sp>
      <p:sp>
        <p:nvSpPr>
          <p:cNvPr id="4" name="Date Placeholder 3">
            <a:extLst>
              <a:ext uri="{FF2B5EF4-FFF2-40B4-BE49-F238E27FC236}">
                <a16:creationId xmlns:a16="http://schemas.microsoft.com/office/drawing/2014/main" id="{39333B35-EF3C-B706-43CE-59740439689C}"/>
              </a:ext>
            </a:extLst>
          </p:cNvPr>
          <p:cNvSpPr>
            <a:spLocks noGrp="1"/>
          </p:cNvSpPr>
          <p:nvPr>
            <p:ph type="dt" sz="half" idx="10"/>
          </p:nvPr>
        </p:nvSpPr>
        <p:spPr/>
        <p:txBody>
          <a:bodyPr/>
          <a:lstStyle/>
          <a:p>
            <a:fld id="{6A5D1637-0AE9-459E-9803-1C7819E19CB3}" type="datetimeFigureOut">
              <a:rPr lang="lb-LU" smtClean="0"/>
              <a:t>19.06.24</a:t>
            </a:fld>
            <a:endParaRPr lang="lb-LU"/>
          </a:p>
        </p:txBody>
      </p:sp>
      <p:sp>
        <p:nvSpPr>
          <p:cNvPr id="5" name="Footer Placeholder 4">
            <a:extLst>
              <a:ext uri="{FF2B5EF4-FFF2-40B4-BE49-F238E27FC236}">
                <a16:creationId xmlns:a16="http://schemas.microsoft.com/office/drawing/2014/main" id="{0D46796C-FA7D-9390-FC29-24E5CCE2854A}"/>
              </a:ext>
            </a:extLst>
          </p:cNvPr>
          <p:cNvSpPr>
            <a:spLocks noGrp="1"/>
          </p:cNvSpPr>
          <p:nvPr>
            <p:ph type="ftr" sz="quarter" idx="11"/>
          </p:nvPr>
        </p:nvSpPr>
        <p:spPr/>
        <p:txBody>
          <a:bodyPr/>
          <a:lstStyle/>
          <a:p>
            <a:endParaRPr lang="lb-LU"/>
          </a:p>
        </p:txBody>
      </p:sp>
      <p:sp>
        <p:nvSpPr>
          <p:cNvPr id="6" name="Slide Number Placeholder 5">
            <a:extLst>
              <a:ext uri="{FF2B5EF4-FFF2-40B4-BE49-F238E27FC236}">
                <a16:creationId xmlns:a16="http://schemas.microsoft.com/office/drawing/2014/main" id="{3A9666FD-FC01-DD5F-61A3-6B14BB0EF5AB}"/>
              </a:ext>
            </a:extLst>
          </p:cNvPr>
          <p:cNvSpPr>
            <a:spLocks noGrp="1"/>
          </p:cNvSpPr>
          <p:nvPr>
            <p:ph type="sldNum" sz="quarter" idx="12"/>
          </p:nvPr>
        </p:nvSpPr>
        <p:spPr/>
        <p:txBody>
          <a:bodyPr/>
          <a:lstStyle/>
          <a:p>
            <a:fld id="{F7106293-B60D-4CFD-B9FF-404279ADB7BE}" type="slidenum">
              <a:rPr lang="lb-LU" smtClean="0"/>
              <a:t>‹#›</a:t>
            </a:fld>
            <a:endParaRPr lang="lb-LU"/>
          </a:p>
        </p:txBody>
      </p:sp>
    </p:spTree>
    <p:extLst>
      <p:ext uri="{BB962C8B-B14F-4D97-AF65-F5344CB8AC3E}">
        <p14:creationId xmlns:p14="http://schemas.microsoft.com/office/powerpoint/2010/main" val="30537489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F5145-CC2B-331F-ADCB-678EC3642C3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lb-LU"/>
          </a:p>
        </p:txBody>
      </p:sp>
      <p:sp>
        <p:nvSpPr>
          <p:cNvPr id="3" name="Text Placeholder 2">
            <a:extLst>
              <a:ext uri="{FF2B5EF4-FFF2-40B4-BE49-F238E27FC236}">
                <a16:creationId xmlns:a16="http://schemas.microsoft.com/office/drawing/2014/main" id="{9939FD08-C447-AAA7-71FF-9E8CA49651D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717A8D7-439E-1DD2-7D51-4F8E70AF38FB}"/>
              </a:ext>
            </a:extLst>
          </p:cNvPr>
          <p:cNvSpPr>
            <a:spLocks noGrp="1"/>
          </p:cNvSpPr>
          <p:nvPr>
            <p:ph type="dt" sz="half" idx="10"/>
          </p:nvPr>
        </p:nvSpPr>
        <p:spPr/>
        <p:txBody>
          <a:bodyPr/>
          <a:lstStyle/>
          <a:p>
            <a:fld id="{6A5D1637-0AE9-459E-9803-1C7819E19CB3}" type="datetimeFigureOut">
              <a:rPr lang="lb-LU" smtClean="0"/>
              <a:t>19.06.24</a:t>
            </a:fld>
            <a:endParaRPr lang="lb-LU"/>
          </a:p>
        </p:txBody>
      </p:sp>
      <p:sp>
        <p:nvSpPr>
          <p:cNvPr id="5" name="Footer Placeholder 4">
            <a:extLst>
              <a:ext uri="{FF2B5EF4-FFF2-40B4-BE49-F238E27FC236}">
                <a16:creationId xmlns:a16="http://schemas.microsoft.com/office/drawing/2014/main" id="{49F71A94-CBF4-C9FE-5BD7-040FCE8BAB35}"/>
              </a:ext>
            </a:extLst>
          </p:cNvPr>
          <p:cNvSpPr>
            <a:spLocks noGrp="1"/>
          </p:cNvSpPr>
          <p:nvPr>
            <p:ph type="ftr" sz="quarter" idx="11"/>
          </p:nvPr>
        </p:nvSpPr>
        <p:spPr/>
        <p:txBody>
          <a:bodyPr/>
          <a:lstStyle/>
          <a:p>
            <a:endParaRPr lang="lb-LU"/>
          </a:p>
        </p:txBody>
      </p:sp>
      <p:sp>
        <p:nvSpPr>
          <p:cNvPr id="6" name="Slide Number Placeholder 5">
            <a:extLst>
              <a:ext uri="{FF2B5EF4-FFF2-40B4-BE49-F238E27FC236}">
                <a16:creationId xmlns:a16="http://schemas.microsoft.com/office/drawing/2014/main" id="{CD75EE51-40BE-309A-349A-3A02D763C93D}"/>
              </a:ext>
            </a:extLst>
          </p:cNvPr>
          <p:cNvSpPr>
            <a:spLocks noGrp="1"/>
          </p:cNvSpPr>
          <p:nvPr>
            <p:ph type="sldNum" sz="quarter" idx="12"/>
          </p:nvPr>
        </p:nvSpPr>
        <p:spPr/>
        <p:txBody>
          <a:bodyPr/>
          <a:lstStyle/>
          <a:p>
            <a:fld id="{F7106293-B60D-4CFD-B9FF-404279ADB7BE}" type="slidenum">
              <a:rPr lang="lb-LU" smtClean="0"/>
              <a:t>‹#›</a:t>
            </a:fld>
            <a:endParaRPr lang="lb-LU"/>
          </a:p>
        </p:txBody>
      </p:sp>
    </p:spTree>
    <p:extLst>
      <p:ext uri="{BB962C8B-B14F-4D97-AF65-F5344CB8AC3E}">
        <p14:creationId xmlns:p14="http://schemas.microsoft.com/office/powerpoint/2010/main" val="27270365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239D8-A5F9-411D-648C-0D3598409FE5}"/>
              </a:ext>
            </a:extLst>
          </p:cNvPr>
          <p:cNvSpPr>
            <a:spLocks noGrp="1"/>
          </p:cNvSpPr>
          <p:nvPr>
            <p:ph type="title"/>
          </p:nvPr>
        </p:nvSpPr>
        <p:spPr/>
        <p:txBody>
          <a:bodyPr/>
          <a:lstStyle/>
          <a:p>
            <a:r>
              <a:rPr lang="en-US"/>
              <a:t>Click to edit Master title style</a:t>
            </a:r>
            <a:endParaRPr lang="lb-LU"/>
          </a:p>
        </p:txBody>
      </p:sp>
      <p:sp>
        <p:nvSpPr>
          <p:cNvPr id="3" name="Content Placeholder 2">
            <a:extLst>
              <a:ext uri="{FF2B5EF4-FFF2-40B4-BE49-F238E27FC236}">
                <a16:creationId xmlns:a16="http://schemas.microsoft.com/office/drawing/2014/main" id="{0E369FEA-651F-9EFE-A394-9F2C632AC4F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b-LU"/>
          </a:p>
        </p:txBody>
      </p:sp>
      <p:sp>
        <p:nvSpPr>
          <p:cNvPr id="4" name="Content Placeholder 3">
            <a:extLst>
              <a:ext uri="{FF2B5EF4-FFF2-40B4-BE49-F238E27FC236}">
                <a16:creationId xmlns:a16="http://schemas.microsoft.com/office/drawing/2014/main" id="{AB003ACC-F5FD-089B-5E72-9B30C774E02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b-LU"/>
          </a:p>
        </p:txBody>
      </p:sp>
      <p:sp>
        <p:nvSpPr>
          <p:cNvPr id="5" name="Date Placeholder 4">
            <a:extLst>
              <a:ext uri="{FF2B5EF4-FFF2-40B4-BE49-F238E27FC236}">
                <a16:creationId xmlns:a16="http://schemas.microsoft.com/office/drawing/2014/main" id="{39730A73-31AA-E0E1-3C78-E2D931525921}"/>
              </a:ext>
            </a:extLst>
          </p:cNvPr>
          <p:cNvSpPr>
            <a:spLocks noGrp="1"/>
          </p:cNvSpPr>
          <p:nvPr>
            <p:ph type="dt" sz="half" idx="10"/>
          </p:nvPr>
        </p:nvSpPr>
        <p:spPr/>
        <p:txBody>
          <a:bodyPr/>
          <a:lstStyle/>
          <a:p>
            <a:fld id="{6A5D1637-0AE9-459E-9803-1C7819E19CB3}" type="datetimeFigureOut">
              <a:rPr lang="lb-LU" smtClean="0"/>
              <a:t>19.06.24</a:t>
            </a:fld>
            <a:endParaRPr lang="lb-LU"/>
          </a:p>
        </p:txBody>
      </p:sp>
      <p:sp>
        <p:nvSpPr>
          <p:cNvPr id="6" name="Footer Placeholder 5">
            <a:extLst>
              <a:ext uri="{FF2B5EF4-FFF2-40B4-BE49-F238E27FC236}">
                <a16:creationId xmlns:a16="http://schemas.microsoft.com/office/drawing/2014/main" id="{57E33247-6888-8536-B145-56D4E85525EB}"/>
              </a:ext>
            </a:extLst>
          </p:cNvPr>
          <p:cNvSpPr>
            <a:spLocks noGrp="1"/>
          </p:cNvSpPr>
          <p:nvPr>
            <p:ph type="ftr" sz="quarter" idx="11"/>
          </p:nvPr>
        </p:nvSpPr>
        <p:spPr/>
        <p:txBody>
          <a:bodyPr/>
          <a:lstStyle/>
          <a:p>
            <a:endParaRPr lang="lb-LU"/>
          </a:p>
        </p:txBody>
      </p:sp>
      <p:sp>
        <p:nvSpPr>
          <p:cNvPr id="7" name="Slide Number Placeholder 6">
            <a:extLst>
              <a:ext uri="{FF2B5EF4-FFF2-40B4-BE49-F238E27FC236}">
                <a16:creationId xmlns:a16="http://schemas.microsoft.com/office/drawing/2014/main" id="{15D67EAB-2686-C322-C53F-930551737A24}"/>
              </a:ext>
            </a:extLst>
          </p:cNvPr>
          <p:cNvSpPr>
            <a:spLocks noGrp="1"/>
          </p:cNvSpPr>
          <p:nvPr>
            <p:ph type="sldNum" sz="quarter" idx="12"/>
          </p:nvPr>
        </p:nvSpPr>
        <p:spPr/>
        <p:txBody>
          <a:bodyPr/>
          <a:lstStyle/>
          <a:p>
            <a:fld id="{F7106293-B60D-4CFD-B9FF-404279ADB7BE}" type="slidenum">
              <a:rPr lang="lb-LU" smtClean="0"/>
              <a:t>‹#›</a:t>
            </a:fld>
            <a:endParaRPr lang="lb-LU"/>
          </a:p>
        </p:txBody>
      </p:sp>
    </p:spTree>
    <p:extLst>
      <p:ext uri="{BB962C8B-B14F-4D97-AF65-F5344CB8AC3E}">
        <p14:creationId xmlns:p14="http://schemas.microsoft.com/office/powerpoint/2010/main" val="27984067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D1E44-0A5B-17EA-837B-39E2F0D59836}"/>
              </a:ext>
            </a:extLst>
          </p:cNvPr>
          <p:cNvSpPr>
            <a:spLocks noGrp="1"/>
          </p:cNvSpPr>
          <p:nvPr>
            <p:ph type="title"/>
          </p:nvPr>
        </p:nvSpPr>
        <p:spPr>
          <a:xfrm>
            <a:off x="839788" y="365125"/>
            <a:ext cx="10515600" cy="1325563"/>
          </a:xfrm>
        </p:spPr>
        <p:txBody>
          <a:bodyPr/>
          <a:lstStyle/>
          <a:p>
            <a:r>
              <a:rPr lang="en-US"/>
              <a:t>Click to edit Master title style</a:t>
            </a:r>
            <a:endParaRPr lang="lb-LU"/>
          </a:p>
        </p:txBody>
      </p:sp>
      <p:sp>
        <p:nvSpPr>
          <p:cNvPr id="3" name="Text Placeholder 2">
            <a:extLst>
              <a:ext uri="{FF2B5EF4-FFF2-40B4-BE49-F238E27FC236}">
                <a16:creationId xmlns:a16="http://schemas.microsoft.com/office/drawing/2014/main" id="{F5FEC801-5DA6-C3F2-F67B-3C65A2AA400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774F49-00FD-88D1-CC8F-D2B072EC0AA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b-LU"/>
          </a:p>
        </p:txBody>
      </p:sp>
      <p:sp>
        <p:nvSpPr>
          <p:cNvPr id="5" name="Text Placeholder 4">
            <a:extLst>
              <a:ext uri="{FF2B5EF4-FFF2-40B4-BE49-F238E27FC236}">
                <a16:creationId xmlns:a16="http://schemas.microsoft.com/office/drawing/2014/main" id="{2A60EF66-9D94-CFD8-8AE9-7E7252B92D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D671CEF-EEF5-E22B-DA70-D5DA7B202B8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b-LU"/>
          </a:p>
        </p:txBody>
      </p:sp>
      <p:sp>
        <p:nvSpPr>
          <p:cNvPr id="7" name="Date Placeholder 6">
            <a:extLst>
              <a:ext uri="{FF2B5EF4-FFF2-40B4-BE49-F238E27FC236}">
                <a16:creationId xmlns:a16="http://schemas.microsoft.com/office/drawing/2014/main" id="{CD9EC9E5-B039-BFFC-56FF-F23E29D1B626}"/>
              </a:ext>
            </a:extLst>
          </p:cNvPr>
          <p:cNvSpPr>
            <a:spLocks noGrp="1"/>
          </p:cNvSpPr>
          <p:nvPr>
            <p:ph type="dt" sz="half" idx="10"/>
          </p:nvPr>
        </p:nvSpPr>
        <p:spPr/>
        <p:txBody>
          <a:bodyPr/>
          <a:lstStyle/>
          <a:p>
            <a:fld id="{6A5D1637-0AE9-459E-9803-1C7819E19CB3}" type="datetimeFigureOut">
              <a:rPr lang="lb-LU" smtClean="0"/>
              <a:t>19.06.24</a:t>
            </a:fld>
            <a:endParaRPr lang="lb-LU"/>
          </a:p>
        </p:txBody>
      </p:sp>
      <p:sp>
        <p:nvSpPr>
          <p:cNvPr id="8" name="Footer Placeholder 7">
            <a:extLst>
              <a:ext uri="{FF2B5EF4-FFF2-40B4-BE49-F238E27FC236}">
                <a16:creationId xmlns:a16="http://schemas.microsoft.com/office/drawing/2014/main" id="{5CE74E6B-D8CD-B4F7-9F24-CC2083D649F5}"/>
              </a:ext>
            </a:extLst>
          </p:cNvPr>
          <p:cNvSpPr>
            <a:spLocks noGrp="1"/>
          </p:cNvSpPr>
          <p:nvPr>
            <p:ph type="ftr" sz="quarter" idx="11"/>
          </p:nvPr>
        </p:nvSpPr>
        <p:spPr/>
        <p:txBody>
          <a:bodyPr/>
          <a:lstStyle/>
          <a:p>
            <a:endParaRPr lang="lb-LU"/>
          </a:p>
        </p:txBody>
      </p:sp>
      <p:sp>
        <p:nvSpPr>
          <p:cNvPr id="9" name="Slide Number Placeholder 8">
            <a:extLst>
              <a:ext uri="{FF2B5EF4-FFF2-40B4-BE49-F238E27FC236}">
                <a16:creationId xmlns:a16="http://schemas.microsoft.com/office/drawing/2014/main" id="{A54A44AD-4966-FBF6-48C0-52AC5518AC34}"/>
              </a:ext>
            </a:extLst>
          </p:cNvPr>
          <p:cNvSpPr>
            <a:spLocks noGrp="1"/>
          </p:cNvSpPr>
          <p:nvPr>
            <p:ph type="sldNum" sz="quarter" idx="12"/>
          </p:nvPr>
        </p:nvSpPr>
        <p:spPr/>
        <p:txBody>
          <a:bodyPr/>
          <a:lstStyle/>
          <a:p>
            <a:fld id="{F7106293-B60D-4CFD-B9FF-404279ADB7BE}" type="slidenum">
              <a:rPr lang="lb-LU" smtClean="0"/>
              <a:t>‹#›</a:t>
            </a:fld>
            <a:endParaRPr lang="lb-LU"/>
          </a:p>
        </p:txBody>
      </p:sp>
    </p:spTree>
    <p:extLst>
      <p:ext uri="{BB962C8B-B14F-4D97-AF65-F5344CB8AC3E}">
        <p14:creationId xmlns:p14="http://schemas.microsoft.com/office/powerpoint/2010/main" val="1957038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0D113-8197-DB9A-216C-D8D1C1D07D40}"/>
              </a:ext>
            </a:extLst>
          </p:cNvPr>
          <p:cNvSpPr>
            <a:spLocks noGrp="1"/>
          </p:cNvSpPr>
          <p:nvPr>
            <p:ph type="title"/>
          </p:nvPr>
        </p:nvSpPr>
        <p:spPr/>
        <p:txBody>
          <a:bodyPr/>
          <a:lstStyle/>
          <a:p>
            <a:r>
              <a:rPr lang="en-US"/>
              <a:t>Click to edit Master title style</a:t>
            </a:r>
            <a:endParaRPr lang="lb-LU"/>
          </a:p>
        </p:txBody>
      </p:sp>
      <p:sp>
        <p:nvSpPr>
          <p:cNvPr id="3" name="Date Placeholder 2">
            <a:extLst>
              <a:ext uri="{FF2B5EF4-FFF2-40B4-BE49-F238E27FC236}">
                <a16:creationId xmlns:a16="http://schemas.microsoft.com/office/drawing/2014/main" id="{0630180E-9C36-2914-8A37-18A77F54AB50}"/>
              </a:ext>
            </a:extLst>
          </p:cNvPr>
          <p:cNvSpPr>
            <a:spLocks noGrp="1"/>
          </p:cNvSpPr>
          <p:nvPr>
            <p:ph type="dt" sz="half" idx="10"/>
          </p:nvPr>
        </p:nvSpPr>
        <p:spPr/>
        <p:txBody>
          <a:bodyPr/>
          <a:lstStyle/>
          <a:p>
            <a:fld id="{6A5D1637-0AE9-459E-9803-1C7819E19CB3}" type="datetimeFigureOut">
              <a:rPr lang="lb-LU" smtClean="0"/>
              <a:t>19.06.24</a:t>
            </a:fld>
            <a:endParaRPr lang="lb-LU"/>
          </a:p>
        </p:txBody>
      </p:sp>
      <p:sp>
        <p:nvSpPr>
          <p:cNvPr id="4" name="Footer Placeholder 3">
            <a:extLst>
              <a:ext uri="{FF2B5EF4-FFF2-40B4-BE49-F238E27FC236}">
                <a16:creationId xmlns:a16="http://schemas.microsoft.com/office/drawing/2014/main" id="{0116E6CF-BA49-B620-9054-4EE87962FEB0}"/>
              </a:ext>
            </a:extLst>
          </p:cNvPr>
          <p:cNvSpPr>
            <a:spLocks noGrp="1"/>
          </p:cNvSpPr>
          <p:nvPr>
            <p:ph type="ftr" sz="quarter" idx="11"/>
          </p:nvPr>
        </p:nvSpPr>
        <p:spPr/>
        <p:txBody>
          <a:bodyPr/>
          <a:lstStyle/>
          <a:p>
            <a:endParaRPr lang="lb-LU"/>
          </a:p>
        </p:txBody>
      </p:sp>
      <p:sp>
        <p:nvSpPr>
          <p:cNvPr id="5" name="Slide Number Placeholder 4">
            <a:extLst>
              <a:ext uri="{FF2B5EF4-FFF2-40B4-BE49-F238E27FC236}">
                <a16:creationId xmlns:a16="http://schemas.microsoft.com/office/drawing/2014/main" id="{677FF275-4531-6ACE-92B2-74EC23EF61DA}"/>
              </a:ext>
            </a:extLst>
          </p:cNvPr>
          <p:cNvSpPr>
            <a:spLocks noGrp="1"/>
          </p:cNvSpPr>
          <p:nvPr>
            <p:ph type="sldNum" sz="quarter" idx="12"/>
          </p:nvPr>
        </p:nvSpPr>
        <p:spPr/>
        <p:txBody>
          <a:bodyPr/>
          <a:lstStyle/>
          <a:p>
            <a:fld id="{F7106293-B60D-4CFD-B9FF-404279ADB7BE}" type="slidenum">
              <a:rPr lang="lb-LU" smtClean="0"/>
              <a:t>‹#›</a:t>
            </a:fld>
            <a:endParaRPr lang="lb-LU"/>
          </a:p>
        </p:txBody>
      </p:sp>
    </p:spTree>
    <p:extLst>
      <p:ext uri="{BB962C8B-B14F-4D97-AF65-F5344CB8AC3E}">
        <p14:creationId xmlns:p14="http://schemas.microsoft.com/office/powerpoint/2010/main" val="7048561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811E41-E480-9085-0DF4-A26559F2D964}"/>
              </a:ext>
            </a:extLst>
          </p:cNvPr>
          <p:cNvSpPr>
            <a:spLocks noGrp="1"/>
          </p:cNvSpPr>
          <p:nvPr>
            <p:ph type="dt" sz="half" idx="10"/>
          </p:nvPr>
        </p:nvSpPr>
        <p:spPr/>
        <p:txBody>
          <a:bodyPr/>
          <a:lstStyle/>
          <a:p>
            <a:fld id="{6A5D1637-0AE9-459E-9803-1C7819E19CB3}" type="datetimeFigureOut">
              <a:rPr lang="lb-LU" smtClean="0"/>
              <a:t>19.06.24</a:t>
            </a:fld>
            <a:endParaRPr lang="lb-LU"/>
          </a:p>
        </p:txBody>
      </p:sp>
      <p:sp>
        <p:nvSpPr>
          <p:cNvPr id="3" name="Footer Placeholder 2">
            <a:extLst>
              <a:ext uri="{FF2B5EF4-FFF2-40B4-BE49-F238E27FC236}">
                <a16:creationId xmlns:a16="http://schemas.microsoft.com/office/drawing/2014/main" id="{6AF9C92D-006E-73D8-F5C9-65E03B622804}"/>
              </a:ext>
            </a:extLst>
          </p:cNvPr>
          <p:cNvSpPr>
            <a:spLocks noGrp="1"/>
          </p:cNvSpPr>
          <p:nvPr>
            <p:ph type="ftr" sz="quarter" idx="11"/>
          </p:nvPr>
        </p:nvSpPr>
        <p:spPr/>
        <p:txBody>
          <a:bodyPr/>
          <a:lstStyle/>
          <a:p>
            <a:endParaRPr lang="lb-LU"/>
          </a:p>
        </p:txBody>
      </p:sp>
      <p:sp>
        <p:nvSpPr>
          <p:cNvPr id="4" name="Slide Number Placeholder 3">
            <a:extLst>
              <a:ext uri="{FF2B5EF4-FFF2-40B4-BE49-F238E27FC236}">
                <a16:creationId xmlns:a16="http://schemas.microsoft.com/office/drawing/2014/main" id="{BE1A41B7-08B3-0200-3CB5-0C98741BC6C9}"/>
              </a:ext>
            </a:extLst>
          </p:cNvPr>
          <p:cNvSpPr>
            <a:spLocks noGrp="1"/>
          </p:cNvSpPr>
          <p:nvPr>
            <p:ph type="sldNum" sz="quarter" idx="12"/>
          </p:nvPr>
        </p:nvSpPr>
        <p:spPr/>
        <p:txBody>
          <a:bodyPr/>
          <a:lstStyle/>
          <a:p>
            <a:fld id="{F7106293-B60D-4CFD-B9FF-404279ADB7BE}" type="slidenum">
              <a:rPr lang="lb-LU" smtClean="0"/>
              <a:t>‹#›</a:t>
            </a:fld>
            <a:endParaRPr lang="lb-LU"/>
          </a:p>
        </p:txBody>
      </p:sp>
    </p:spTree>
    <p:extLst>
      <p:ext uri="{BB962C8B-B14F-4D97-AF65-F5344CB8AC3E}">
        <p14:creationId xmlns:p14="http://schemas.microsoft.com/office/powerpoint/2010/main" val="38169917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7B24E-09AF-69C4-34ED-9C15CAEB64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b-LU"/>
          </a:p>
        </p:txBody>
      </p:sp>
      <p:sp>
        <p:nvSpPr>
          <p:cNvPr id="3" name="Content Placeholder 2">
            <a:extLst>
              <a:ext uri="{FF2B5EF4-FFF2-40B4-BE49-F238E27FC236}">
                <a16:creationId xmlns:a16="http://schemas.microsoft.com/office/drawing/2014/main" id="{6205DB22-47DC-40F2-C7FF-C381399BA3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b-LU"/>
          </a:p>
        </p:txBody>
      </p:sp>
      <p:sp>
        <p:nvSpPr>
          <p:cNvPr id="4" name="Text Placeholder 3">
            <a:extLst>
              <a:ext uri="{FF2B5EF4-FFF2-40B4-BE49-F238E27FC236}">
                <a16:creationId xmlns:a16="http://schemas.microsoft.com/office/drawing/2014/main" id="{280B68D6-94E4-7312-DA52-6C9106988C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CCAE38-926B-7800-81F2-92784121619A}"/>
              </a:ext>
            </a:extLst>
          </p:cNvPr>
          <p:cNvSpPr>
            <a:spLocks noGrp="1"/>
          </p:cNvSpPr>
          <p:nvPr>
            <p:ph type="dt" sz="half" idx="10"/>
          </p:nvPr>
        </p:nvSpPr>
        <p:spPr/>
        <p:txBody>
          <a:bodyPr/>
          <a:lstStyle/>
          <a:p>
            <a:fld id="{6A5D1637-0AE9-459E-9803-1C7819E19CB3}" type="datetimeFigureOut">
              <a:rPr lang="lb-LU" smtClean="0"/>
              <a:t>19.06.24</a:t>
            </a:fld>
            <a:endParaRPr lang="lb-LU"/>
          </a:p>
        </p:txBody>
      </p:sp>
      <p:sp>
        <p:nvSpPr>
          <p:cNvPr id="6" name="Footer Placeholder 5">
            <a:extLst>
              <a:ext uri="{FF2B5EF4-FFF2-40B4-BE49-F238E27FC236}">
                <a16:creationId xmlns:a16="http://schemas.microsoft.com/office/drawing/2014/main" id="{E1612BA2-01DE-3846-9BA3-D456526317F0}"/>
              </a:ext>
            </a:extLst>
          </p:cNvPr>
          <p:cNvSpPr>
            <a:spLocks noGrp="1"/>
          </p:cNvSpPr>
          <p:nvPr>
            <p:ph type="ftr" sz="quarter" idx="11"/>
          </p:nvPr>
        </p:nvSpPr>
        <p:spPr/>
        <p:txBody>
          <a:bodyPr/>
          <a:lstStyle/>
          <a:p>
            <a:endParaRPr lang="lb-LU"/>
          </a:p>
        </p:txBody>
      </p:sp>
      <p:sp>
        <p:nvSpPr>
          <p:cNvPr id="7" name="Slide Number Placeholder 6">
            <a:extLst>
              <a:ext uri="{FF2B5EF4-FFF2-40B4-BE49-F238E27FC236}">
                <a16:creationId xmlns:a16="http://schemas.microsoft.com/office/drawing/2014/main" id="{DA0349F3-6B70-F849-DE40-0EBF8771A4E9}"/>
              </a:ext>
            </a:extLst>
          </p:cNvPr>
          <p:cNvSpPr>
            <a:spLocks noGrp="1"/>
          </p:cNvSpPr>
          <p:nvPr>
            <p:ph type="sldNum" sz="quarter" idx="12"/>
          </p:nvPr>
        </p:nvSpPr>
        <p:spPr/>
        <p:txBody>
          <a:bodyPr/>
          <a:lstStyle/>
          <a:p>
            <a:fld id="{F7106293-B60D-4CFD-B9FF-404279ADB7BE}" type="slidenum">
              <a:rPr lang="lb-LU" smtClean="0"/>
              <a:t>‹#›</a:t>
            </a:fld>
            <a:endParaRPr lang="lb-LU"/>
          </a:p>
        </p:txBody>
      </p:sp>
    </p:spTree>
    <p:extLst>
      <p:ext uri="{BB962C8B-B14F-4D97-AF65-F5344CB8AC3E}">
        <p14:creationId xmlns:p14="http://schemas.microsoft.com/office/powerpoint/2010/main" val="7516611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FD6E2-2564-7CB8-0D6F-B362884A29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b-LU"/>
          </a:p>
        </p:txBody>
      </p:sp>
      <p:sp>
        <p:nvSpPr>
          <p:cNvPr id="3" name="Picture Placeholder 2">
            <a:extLst>
              <a:ext uri="{FF2B5EF4-FFF2-40B4-BE49-F238E27FC236}">
                <a16:creationId xmlns:a16="http://schemas.microsoft.com/office/drawing/2014/main" id="{29D15B4C-9B8E-3448-9F9C-8DE320F5335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b-LU"/>
          </a:p>
        </p:txBody>
      </p:sp>
      <p:sp>
        <p:nvSpPr>
          <p:cNvPr id="4" name="Text Placeholder 3">
            <a:extLst>
              <a:ext uri="{FF2B5EF4-FFF2-40B4-BE49-F238E27FC236}">
                <a16:creationId xmlns:a16="http://schemas.microsoft.com/office/drawing/2014/main" id="{5090A1DB-207A-7ABF-ED8F-EF2053B518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5F9BF9-46C7-4E73-85C8-FE35CF3F8ECC}"/>
              </a:ext>
            </a:extLst>
          </p:cNvPr>
          <p:cNvSpPr>
            <a:spLocks noGrp="1"/>
          </p:cNvSpPr>
          <p:nvPr>
            <p:ph type="dt" sz="half" idx="10"/>
          </p:nvPr>
        </p:nvSpPr>
        <p:spPr/>
        <p:txBody>
          <a:bodyPr/>
          <a:lstStyle/>
          <a:p>
            <a:fld id="{6A5D1637-0AE9-459E-9803-1C7819E19CB3}" type="datetimeFigureOut">
              <a:rPr lang="lb-LU" smtClean="0"/>
              <a:t>19.06.24</a:t>
            </a:fld>
            <a:endParaRPr lang="lb-LU"/>
          </a:p>
        </p:txBody>
      </p:sp>
      <p:sp>
        <p:nvSpPr>
          <p:cNvPr id="6" name="Footer Placeholder 5">
            <a:extLst>
              <a:ext uri="{FF2B5EF4-FFF2-40B4-BE49-F238E27FC236}">
                <a16:creationId xmlns:a16="http://schemas.microsoft.com/office/drawing/2014/main" id="{F6ABD0D7-881F-37CA-3F11-CC67C1EB247F}"/>
              </a:ext>
            </a:extLst>
          </p:cNvPr>
          <p:cNvSpPr>
            <a:spLocks noGrp="1"/>
          </p:cNvSpPr>
          <p:nvPr>
            <p:ph type="ftr" sz="quarter" idx="11"/>
          </p:nvPr>
        </p:nvSpPr>
        <p:spPr/>
        <p:txBody>
          <a:bodyPr/>
          <a:lstStyle/>
          <a:p>
            <a:endParaRPr lang="lb-LU"/>
          </a:p>
        </p:txBody>
      </p:sp>
      <p:sp>
        <p:nvSpPr>
          <p:cNvPr id="7" name="Slide Number Placeholder 6">
            <a:extLst>
              <a:ext uri="{FF2B5EF4-FFF2-40B4-BE49-F238E27FC236}">
                <a16:creationId xmlns:a16="http://schemas.microsoft.com/office/drawing/2014/main" id="{DF5B2C0D-4926-1277-E854-C4329B3F3E86}"/>
              </a:ext>
            </a:extLst>
          </p:cNvPr>
          <p:cNvSpPr>
            <a:spLocks noGrp="1"/>
          </p:cNvSpPr>
          <p:nvPr>
            <p:ph type="sldNum" sz="quarter" idx="12"/>
          </p:nvPr>
        </p:nvSpPr>
        <p:spPr/>
        <p:txBody>
          <a:bodyPr/>
          <a:lstStyle/>
          <a:p>
            <a:fld id="{F7106293-B60D-4CFD-B9FF-404279ADB7BE}" type="slidenum">
              <a:rPr lang="lb-LU" smtClean="0"/>
              <a:t>‹#›</a:t>
            </a:fld>
            <a:endParaRPr lang="lb-LU"/>
          </a:p>
        </p:txBody>
      </p:sp>
    </p:spTree>
    <p:extLst>
      <p:ext uri="{BB962C8B-B14F-4D97-AF65-F5344CB8AC3E}">
        <p14:creationId xmlns:p14="http://schemas.microsoft.com/office/powerpoint/2010/main" val="21634217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8818B-6226-D7DD-9D2E-D1FDBAFF3393}"/>
              </a:ext>
            </a:extLst>
          </p:cNvPr>
          <p:cNvSpPr>
            <a:spLocks noGrp="1"/>
          </p:cNvSpPr>
          <p:nvPr>
            <p:ph type="title"/>
          </p:nvPr>
        </p:nvSpPr>
        <p:spPr/>
        <p:txBody>
          <a:bodyPr/>
          <a:lstStyle/>
          <a:p>
            <a:r>
              <a:rPr lang="en-US"/>
              <a:t>Click to edit Master title style</a:t>
            </a:r>
            <a:endParaRPr lang="lb-LU"/>
          </a:p>
        </p:txBody>
      </p:sp>
      <p:sp>
        <p:nvSpPr>
          <p:cNvPr id="3" name="Vertical Text Placeholder 2">
            <a:extLst>
              <a:ext uri="{FF2B5EF4-FFF2-40B4-BE49-F238E27FC236}">
                <a16:creationId xmlns:a16="http://schemas.microsoft.com/office/drawing/2014/main" id="{76235D2E-9667-B437-F4C3-7B6E530DF8B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b-LU"/>
          </a:p>
        </p:txBody>
      </p:sp>
      <p:sp>
        <p:nvSpPr>
          <p:cNvPr id="4" name="Date Placeholder 3">
            <a:extLst>
              <a:ext uri="{FF2B5EF4-FFF2-40B4-BE49-F238E27FC236}">
                <a16:creationId xmlns:a16="http://schemas.microsoft.com/office/drawing/2014/main" id="{CF3DE1C5-BB47-599C-39A2-5C522A6C45FE}"/>
              </a:ext>
            </a:extLst>
          </p:cNvPr>
          <p:cNvSpPr>
            <a:spLocks noGrp="1"/>
          </p:cNvSpPr>
          <p:nvPr>
            <p:ph type="dt" sz="half" idx="10"/>
          </p:nvPr>
        </p:nvSpPr>
        <p:spPr/>
        <p:txBody>
          <a:bodyPr/>
          <a:lstStyle/>
          <a:p>
            <a:fld id="{6A5D1637-0AE9-459E-9803-1C7819E19CB3}" type="datetimeFigureOut">
              <a:rPr lang="lb-LU" smtClean="0"/>
              <a:t>19.06.24</a:t>
            </a:fld>
            <a:endParaRPr lang="lb-LU"/>
          </a:p>
        </p:txBody>
      </p:sp>
      <p:sp>
        <p:nvSpPr>
          <p:cNvPr id="5" name="Footer Placeholder 4">
            <a:extLst>
              <a:ext uri="{FF2B5EF4-FFF2-40B4-BE49-F238E27FC236}">
                <a16:creationId xmlns:a16="http://schemas.microsoft.com/office/drawing/2014/main" id="{C8FAE814-E0E1-C8F2-266E-6B833DBDF716}"/>
              </a:ext>
            </a:extLst>
          </p:cNvPr>
          <p:cNvSpPr>
            <a:spLocks noGrp="1"/>
          </p:cNvSpPr>
          <p:nvPr>
            <p:ph type="ftr" sz="quarter" idx="11"/>
          </p:nvPr>
        </p:nvSpPr>
        <p:spPr/>
        <p:txBody>
          <a:bodyPr/>
          <a:lstStyle/>
          <a:p>
            <a:endParaRPr lang="lb-LU"/>
          </a:p>
        </p:txBody>
      </p:sp>
      <p:sp>
        <p:nvSpPr>
          <p:cNvPr id="6" name="Slide Number Placeholder 5">
            <a:extLst>
              <a:ext uri="{FF2B5EF4-FFF2-40B4-BE49-F238E27FC236}">
                <a16:creationId xmlns:a16="http://schemas.microsoft.com/office/drawing/2014/main" id="{FAA88183-FACD-94C1-5AE3-66D69D4E5AFB}"/>
              </a:ext>
            </a:extLst>
          </p:cNvPr>
          <p:cNvSpPr>
            <a:spLocks noGrp="1"/>
          </p:cNvSpPr>
          <p:nvPr>
            <p:ph type="sldNum" sz="quarter" idx="12"/>
          </p:nvPr>
        </p:nvSpPr>
        <p:spPr/>
        <p:txBody>
          <a:bodyPr/>
          <a:lstStyle/>
          <a:p>
            <a:fld id="{F7106293-B60D-4CFD-B9FF-404279ADB7BE}" type="slidenum">
              <a:rPr lang="lb-LU" smtClean="0"/>
              <a:t>‹#›</a:t>
            </a:fld>
            <a:endParaRPr lang="lb-LU"/>
          </a:p>
        </p:txBody>
      </p:sp>
    </p:spTree>
    <p:extLst>
      <p:ext uri="{BB962C8B-B14F-4D97-AF65-F5344CB8AC3E}">
        <p14:creationId xmlns:p14="http://schemas.microsoft.com/office/powerpoint/2010/main" val="15199094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EE7B7FF-C2E3-85E6-C65B-17D5662E440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lb-LU"/>
          </a:p>
        </p:txBody>
      </p:sp>
      <p:sp>
        <p:nvSpPr>
          <p:cNvPr id="3" name="Vertical Text Placeholder 2">
            <a:extLst>
              <a:ext uri="{FF2B5EF4-FFF2-40B4-BE49-F238E27FC236}">
                <a16:creationId xmlns:a16="http://schemas.microsoft.com/office/drawing/2014/main" id="{1392C01E-05EC-DAA2-88EB-41224C1828B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b-LU"/>
          </a:p>
        </p:txBody>
      </p:sp>
      <p:sp>
        <p:nvSpPr>
          <p:cNvPr id="4" name="Date Placeholder 3">
            <a:extLst>
              <a:ext uri="{FF2B5EF4-FFF2-40B4-BE49-F238E27FC236}">
                <a16:creationId xmlns:a16="http://schemas.microsoft.com/office/drawing/2014/main" id="{E1633D94-382F-EAE0-3F47-3195E4C6E2F1}"/>
              </a:ext>
            </a:extLst>
          </p:cNvPr>
          <p:cNvSpPr>
            <a:spLocks noGrp="1"/>
          </p:cNvSpPr>
          <p:nvPr>
            <p:ph type="dt" sz="half" idx="10"/>
          </p:nvPr>
        </p:nvSpPr>
        <p:spPr/>
        <p:txBody>
          <a:bodyPr/>
          <a:lstStyle/>
          <a:p>
            <a:fld id="{6A5D1637-0AE9-459E-9803-1C7819E19CB3}" type="datetimeFigureOut">
              <a:rPr lang="lb-LU" smtClean="0"/>
              <a:t>19.06.24</a:t>
            </a:fld>
            <a:endParaRPr lang="lb-LU"/>
          </a:p>
        </p:txBody>
      </p:sp>
      <p:sp>
        <p:nvSpPr>
          <p:cNvPr id="5" name="Footer Placeholder 4">
            <a:extLst>
              <a:ext uri="{FF2B5EF4-FFF2-40B4-BE49-F238E27FC236}">
                <a16:creationId xmlns:a16="http://schemas.microsoft.com/office/drawing/2014/main" id="{2ADDFA92-B2BB-D744-ED27-2C9514834F7D}"/>
              </a:ext>
            </a:extLst>
          </p:cNvPr>
          <p:cNvSpPr>
            <a:spLocks noGrp="1"/>
          </p:cNvSpPr>
          <p:nvPr>
            <p:ph type="ftr" sz="quarter" idx="11"/>
          </p:nvPr>
        </p:nvSpPr>
        <p:spPr/>
        <p:txBody>
          <a:bodyPr/>
          <a:lstStyle/>
          <a:p>
            <a:endParaRPr lang="lb-LU"/>
          </a:p>
        </p:txBody>
      </p:sp>
      <p:sp>
        <p:nvSpPr>
          <p:cNvPr id="6" name="Slide Number Placeholder 5">
            <a:extLst>
              <a:ext uri="{FF2B5EF4-FFF2-40B4-BE49-F238E27FC236}">
                <a16:creationId xmlns:a16="http://schemas.microsoft.com/office/drawing/2014/main" id="{BFACBA78-9AF9-3412-E44C-51CB1D705B19}"/>
              </a:ext>
            </a:extLst>
          </p:cNvPr>
          <p:cNvSpPr>
            <a:spLocks noGrp="1"/>
          </p:cNvSpPr>
          <p:nvPr>
            <p:ph type="sldNum" sz="quarter" idx="12"/>
          </p:nvPr>
        </p:nvSpPr>
        <p:spPr/>
        <p:txBody>
          <a:bodyPr/>
          <a:lstStyle/>
          <a:p>
            <a:fld id="{F7106293-B60D-4CFD-B9FF-404279ADB7BE}" type="slidenum">
              <a:rPr lang="lb-LU" smtClean="0"/>
              <a:t>‹#›</a:t>
            </a:fld>
            <a:endParaRPr lang="lb-LU"/>
          </a:p>
        </p:txBody>
      </p:sp>
    </p:spTree>
    <p:extLst>
      <p:ext uri="{BB962C8B-B14F-4D97-AF65-F5344CB8AC3E}">
        <p14:creationId xmlns:p14="http://schemas.microsoft.com/office/powerpoint/2010/main" val="15092870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DA68CD-F6B0-6304-F3FD-D90CCA291C5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lb-LU"/>
          </a:p>
        </p:txBody>
      </p:sp>
      <p:sp>
        <p:nvSpPr>
          <p:cNvPr id="3" name="Text Placeholder 2">
            <a:extLst>
              <a:ext uri="{FF2B5EF4-FFF2-40B4-BE49-F238E27FC236}">
                <a16:creationId xmlns:a16="http://schemas.microsoft.com/office/drawing/2014/main" id="{10597AA2-ACDB-9E26-E442-04EDCA90987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b-LU"/>
          </a:p>
        </p:txBody>
      </p:sp>
      <p:sp>
        <p:nvSpPr>
          <p:cNvPr id="4" name="Date Placeholder 3">
            <a:extLst>
              <a:ext uri="{FF2B5EF4-FFF2-40B4-BE49-F238E27FC236}">
                <a16:creationId xmlns:a16="http://schemas.microsoft.com/office/drawing/2014/main" id="{37B2B1AC-2F5F-6B75-32D9-6C92118BB1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5D1637-0AE9-459E-9803-1C7819E19CB3}" type="datetimeFigureOut">
              <a:rPr lang="lb-LU" smtClean="0"/>
              <a:t>19.06.24</a:t>
            </a:fld>
            <a:endParaRPr lang="lb-LU"/>
          </a:p>
        </p:txBody>
      </p:sp>
      <p:sp>
        <p:nvSpPr>
          <p:cNvPr id="5" name="Footer Placeholder 4">
            <a:extLst>
              <a:ext uri="{FF2B5EF4-FFF2-40B4-BE49-F238E27FC236}">
                <a16:creationId xmlns:a16="http://schemas.microsoft.com/office/drawing/2014/main" id="{6A6D425B-AB00-7B8C-0914-8019DCCDF66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lb-LU"/>
          </a:p>
        </p:txBody>
      </p:sp>
      <p:sp>
        <p:nvSpPr>
          <p:cNvPr id="6" name="Slide Number Placeholder 5">
            <a:extLst>
              <a:ext uri="{FF2B5EF4-FFF2-40B4-BE49-F238E27FC236}">
                <a16:creationId xmlns:a16="http://schemas.microsoft.com/office/drawing/2014/main" id="{E7BAE070-F40D-3DE5-72B0-193464D7ED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106293-B60D-4CFD-B9FF-404279ADB7BE}" type="slidenum">
              <a:rPr lang="lb-LU" smtClean="0"/>
              <a:t>‹#›</a:t>
            </a:fld>
            <a:endParaRPr lang="lb-LU"/>
          </a:p>
        </p:txBody>
      </p:sp>
    </p:spTree>
    <p:extLst>
      <p:ext uri="{BB962C8B-B14F-4D97-AF65-F5344CB8AC3E}">
        <p14:creationId xmlns:p14="http://schemas.microsoft.com/office/powerpoint/2010/main" val="30407285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b-L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9.jpe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eg"/><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A8514224-CEDB-9840-52B1-CDC838662B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428" y="775721"/>
            <a:ext cx="12323428" cy="821308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9AB1E11E-4CB1-4387-D680-954BE2D15329}"/>
              </a:ext>
            </a:extLst>
          </p:cNvPr>
          <p:cNvSpPr txBox="1"/>
          <p:nvPr/>
        </p:nvSpPr>
        <p:spPr>
          <a:xfrm>
            <a:off x="3193409" y="1733699"/>
            <a:ext cx="5805181" cy="1569660"/>
          </a:xfrm>
          <a:prstGeom prst="rect">
            <a:avLst/>
          </a:prstGeom>
          <a:noFill/>
        </p:spPr>
        <p:txBody>
          <a:bodyPr wrap="square" rtlCol="0">
            <a:spAutoFit/>
          </a:bodyPr>
          <a:lstStyle/>
          <a:p>
            <a:pPr algn="ctr"/>
            <a:r>
              <a:rPr lang="de-LU" sz="4800" b="1" dirty="0">
                <a:solidFill>
                  <a:schemeClr val="bg1"/>
                </a:solidFill>
                <a:latin typeface="Poppins" panose="00000500000000000000" pitchFamily="2" charset="0"/>
                <a:cs typeface="Poppins" panose="00000500000000000000" pitchFamily="2" charset="0"/>
              </a:rPr>
              <a:t>Best Holiday Destinations</a:t>
            </a:r>
            <a:endParaRPr lang="lb-LU" sz="4800" b="1" dirty="0">
              <a:solidFill>
                <a:schemeClr val="bg1"/>
              </a:solidFill>
              <a:latin typeface="Poppins" panose="00000500000000000000" pitchFamily="2" charset="0"/>
              <a:cs typeface="Poppins" panose="00000500000000000000" pitchFamily="2" charset="0"/>
            </a:endParaRPr>
          </a:p>
        </p:txBody>
      </p:sp>
      <p:grpSp>
        <p:nvGrpSpPr>
          <p:cNvPr id="14" name="Group 13">
            <a:extLst>
              <a:ext uri="{FF2B5EF4-FFF2-40B4-BE49-F238E27FC236}">
                <a16:creationId xmlns:a16="http://schemas.microsoft.com/office/drawing/2014/main" id="{CDFC4F67-FDB2-33C1-B5E4-BE62B75C6AEC}"/>
              </a:ext>
            </a:extLst>
          </p:cNvPr>
          <p:cNvGrpSpPr/>
          <p:nvPr/>
        </p:nvGrpSpPr>
        <p:grpSpPr>
          <a:xfrm>
            <a:off x="0" y="6090407"/>
            <a:ext cx="12474429" cy="767593"/>
            <a:chOff x="0" y="6090407"/>
            <a:chExt cx="12474429" cy="767593"/>
          </a:xfrm>
        </p:grpSpPr>
        <p:sp>
          <p:nvSpPr>
            <p:cNvPr id="6" name="Rectangle 5">
              <a:extLst>
                <a:ext uri="{FF2B5EF4-FFF2-40B4-BE49-F238E27FC236}">
                  <a16:creationId xmlns:a16="http://schemas.microsoft.com/office/drawing/2014/main" id="{C4577DFF-DF4C-759F-A615-4E078510101E}"/>
                </a:ext>
              </a:extLst>
            </p:cNvPr>
            <p:cNvSpPr/>
            <p:nvPr/>
          </p:nvSpPr>
          <p:spPr>
            <a:xfrm>
              <a:off x="0" y="6090407"/>
              <a:ext cx="12474429" cy="767593"/>
            </a:xfrm>
            <a:prstGeom prst="rect">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b-LU"/>
            </a:p>
          </p:txBody>
        </p:sp>
        <p:sp>
          <p:nvSpPr>
            <p:cNvPr id="10" name="TextBox 9">
              <a:extLst>
                <a:ext uri="{FF2B5EF4-FFF2-40B4-BE49-F238E27FC236}">
                  <a16:creationId xmlns:a16="http://schemas.microsoft.com/office/drawing/2014/main" id="{1721B9B7-6E16-AE6E-2913-75ECF6C1A723}"/>
                </a:ext>
              </a:extLst>
            </p:cNvPr>
            <p:cNvSpPr txBox="1"/>
            <p:nvPr/>
          </p:nvSpPr>
          <p:spPr>
            <a:xfrm>
              <a:off x="9054515" y="6320314"/>
              <a:ext cx="2835480" cy="307777"/>
            </a:xfrm>
            <a:prstGeom prst="rect">
              <a:avLst/>
            </a:prstGeom>
            <a:noFill/>
          </p:spPr>
          <p:txBody>
            <a:bodyPr wrap="square" rtlCol="0">
              <a:spAutoFit/>
            </a:bodyPr>
            <a:lstStyle/>
            <a:p>
              <a:r>
                <a:rPr lang="de-LU" sz="1400" u="sng" dirty="0">
                  <a:solidFill>
                    <a:schemeClr val="bg1"/>
                  </a:solidFill>
                </a:rPr>
                <a:t>Dvoinishnikov Mikhail 4TPIFI1 HTSTA</a:t>
              </a:r>
              <a:endParaRPr lang="lb-LU" u="sng" dirty="0">
                <a:solidFill>
                  <a:schemeClr val="bg1"/>
                </a:solidFill>
              </a:endParaRPr>
            </a:p>
          </p:txBody>
        </p:sp>
      </p:grpSp>
      <p:grpSp>
        <p:nvGrpSpPr>
          <p:cNvPr id="13" name="Group 12">
            <a:extLst>
              <a:ext uri="{FF2B5EF4-FFF2-40B4-BE49-F238E27FC236}">
                <a16:creationId xmlns:a16="http://schemas.microsoft.com/office/drawing/2014/main" id="{A232B801-D771-B178-95EE-AA88D916D15E}"/>
              </a:ext>
            </a:extLst>
          </p:cNvPr>
          <p:cNvGrpSpPr/>
          <p:nvPr/>
        </p:nvGrpSpPr>
        <p:grpSpPr>
          <a:xfrm>
            <a:off x="0" y="-62218"/>
            <a:ext cx="12192000" cy="1454790"/>
            <a:chOff x="0" y="-62218"/>
            <a:chExt cx="12192000" cy="1454790"/>
          </a:xfrm>
        </p:grpSpPr>
        <p:sp>
          <p:nvSpPr>
            <p:cNvPr id="5" name="Rectangle 4">
              <a:extLst>
                <a:ext uri="{FF2B5EF4-FFF2-40B4-BE49-F238E27FC236}">
                  <a16:creationId xmlns:a16="http://schemas.microsoft.com/office/drawing/2014/main" id="{A862F07A-A0A5-1681-A752-51FB28E2D563}"/>
                </a:ext>
              </a:extLst>
            </p:cNvPr>
            <p:cNvSpPr/>
            <p:nvPr/>
          </p:nvSpPr>
          <p:spPr>
            <a:xfrm>
              <a:off x="0" y="0"/>
              <a:ext cx="12192000" cy="1392572"/>
            </a:xfrm>
            <a:prstGeom prst="rect">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b-LU">
                <a:solidFill>
                  <a:schemeClr val="tx1"/>
                </a:solidFill>
              </a:endParaRPr>
            </a:p>
          </p:txBody>
        </p:sp>
        <p:sp>
          <p:nvSpPr>
            <p:cNvPr id="8" name="TextBox 7">
              <a:extLst>
                <a:ext uri="{FF2B5EF4-FFF2-40B4-BE49-F238E27FC236}">
                  <a16:creationId xmlns:a16="http://schemas.microsoft.com/office/drawing/2014/main" id="{F506B518-E9BE-13A8-68F9-56082F0CC975}"/>
                </a:ext>
              </a:extLst>
            </p:cNvPr>
            <p:cNvSpPr txBox="1"/>
            <p:nvPr/>
          </p:nvSpPr>
          <p:spPr>
            <a:xfrm>
              <a:off x="8783272" y="692092"/>
              <a:ext cx="3106723" cy="400110"/>
            </a:xfrm>
            <a:prstGeom prst="rect">
              <a:avLst/>
            </a:prstGeom>
            <a:noFill/>
          </p:spPr>
          <p:txBody>
            <a:bodyPr wrap="square" rtlCol="0">
              <a:spAutoFit/>
            </a:bodyPr>
            <a:lstStyle/>
            <a:p>
              <a:r>
                <a:rPr lang="de-LU" sz="2000" dirty="0">
                  <a:solidFill>
                    <a:srgbClr val="FFC000"/>
                  </a:solidFill>
                  <a:latin typeface="Poppins" panose="00000500000000000000" pitchFamily="2" charset="0"/>
                  <a:cs typeface="Poppins" panose="00000500000000000000" pitchFamily="2" charset="0"/>
                </a:rPr>
                <a:t>Home</a:t>
              </a:r>
              <a:r>
                <a:rPr lang="de-LU" sz="2000" dirty="0">
                  <a:solidFill>
                    <a:schemeClr val="bg1"/>
                  </a:solidFill>
                  <a:latin typeface="Poppins" panose="00000500000000000000" pitchFamily="2" charset="0"/>
                  <a:cs typeface="Poppins" panose="00000500000000000000" pitchFamily="2" charset="0"/>
                </a:rPr>
                <a:t>	Cities	Beaches</a:t>
              </a:r>
              <a:endParaRPr lang="lb-LU" sz="2000" dirty="0">
                <a:solidFill>
                  <a:schemeClr val="bg1"/>
                </a:solidFill>
                <a:latin typeface="Poppins" panose="00000500000000000000" pitchFamily="2" charset="0"/>
                <a:cs typeface="Poppins" panose="00000500000000000000" pitchFamily="2" charset="0"/>
              </a:endParaRPr>
            </a:p>
          </p:txBody>
        </p:sp>
        <p:pic>
          <p:nvPicPr>
            <p:cNvPr id="12" name="Graphic 11" descr="A beach lounge chair">
              <a:extLst>
                <a:ext uri="{FF2B5EF4-FFF2-40B4-BE49-F238E27FC236}">
                  <a16:creationId xmlns:a16="http://schemas.microsoft.com/office/drawing/2014/main" id="{956DD9D5-F7E9-15FD-AED8-C347C31FC94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02005" y="-62218"/>
              <a:ext cx="1426127" cy="1426127"/>
            </a:xfrm>
            <a:prstGeom prst="rect">
              <a:avLst/>
            </a:prstGeom>
          </p:spPr>
        </p:pic>
      </p:grpSp>
    </p:spTree>
    <p:extLst>
      <p:ext uri="{BB962C8B-B14F-4D97-AF65-F5344CB8AC3E}">
        <p14:creationId xmlns:p14="http://schemas.microsoft.com/office/powerpoint/2010/main" val="114641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Las Vegas, The United States of America">
            <a:extLst>
              <a:ext uri="{FF2B5EF4-FFF2-40B4-BE49-F238E27FC236}">
                <a16:creationId xmlns:a16="http://schemas.microsoft.com/office/drawing/2014/main" id="{BE9C2F49-1668-C6A0-4437-DFA13D4011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9901" y="2465432"/>
            <a:ext cx="2799127" cy="192713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Rome, Italy">
            <a:extLst>
              <a:ext uri="{FF2B5EF4-FFF2-40B4-BE49-F238E27FC236}">
                <a16:creationId xmlns:a16="http://schemas.microsoft.com/office/drawing/2014/main" id="{92D69703-4C4C-11DD-E307-D39124587F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77610" y="2465433"/>
            <a:ext cx="2799127" cy="1927133"/>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Bali, Indonesia">
            <a:extLst>
              <a:ext uri="{FF2B5EF4-FFF2-40B4-BE49-F238E27FC236}">
                <a16:creationId xmlns:a16="http://schemas.microsoft.com/office/drawing/2014/main" id="{4D1F5429-8050-2133-E262-BB0BF80114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02974" y="2465432"/>
            <a:ext cx="2799126" cy="1927133"/>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0BCD7798-2ACC-5D57-EBFE-B648B7EB48F3}"/>
              </a:ext>
            </a:extLst>
          </p:cNvPr>
          <p:cNvSpPr txBox="1"/>
          <p:nvPr/>
        </p:nvSpPr>
        <p:spPr>
          <a:xfrm>
            <a:off x="989901" y="4647501"/>
            <a:ext cx="2799127" cy="646331"/>
          </a:xfrm>
          <a:prstGeom prst="rect">
            <a:avLst/>
          </a:prstGeom>
          <a:noFill/>
        </p:spPr>
        <p:txBody>
          <a:bodyPr wrap="square" rtlCol="0">
            <a:spAutoFit/>
          </a:bodyPr>
          <a:lstStyle/>
          <a:p>
            <a:pPr algn="ctr"/>
            <a:r>
              <a:rPr lang="de-LU" dirty="0">
                <a:latin typeface="Poppins" panose="00000500000000000000" pitchFamily="2" charset="0"/>
                <a:cs typeface="Poppins" panose="00000500000000000000" pitchFamily="2" charset="0"/>
              </a:rPr>
              <a:t>Las Vegas, The Untied States of America</a:t>
            </a:r>
            <a:endParaRPr lang="lb-LU" dirty="0">
              <a:latin typeface="Poppins" panose="00000500000000000000" pitchFamily="2" charset="0"/>
              <a:cs typeface="Poppins" panose="00000500000000000000" pitchFamily="2" charset="0"/>
            </a:endParaRPr>
          </a:p>
        </p:txBody>
      </p:sp>
      <p:sp>
        <p:nvSpPr>
          <p:cNvPr id="10" name="TextBox 9">
            <a:extLst>
              <a:ext uri="{FF2B5EF4-FFF2-40B4-BE49-F238E27FC236}">
                <a16:creationId xmlns:a16="http://schemas.microsoft.com/office/drawing/2014/main" id="{67AB05D3-E47B-D123-3556-68565236EFE5}"/>
              </a:ext>
            </a:extLst>
          </p:cNvPr>
          <p:cNvSpPr txBox="1"/>
          <p:nvPr/>
        </p:nvSpPr>
        <p:spPr>
          <a:xfrm>
            <a:off x="4777610" y="4647500"/>
            <a:ext cx="2799127" cy="369332"/>
          </a:xfrm>
          <a:prstGeom prst="rect">
            <a:avLst/>
          </a:prstGeom>
          <a:noFill/>
        </p:spPr>
        <p:txBody>
          <a:bodyPr wrap="square" rtlCol="0">
            <a:spAutoFit/>
          </a:bodyPr>
          <a:lstStyle/>
          <a:p>
            <a:pPr algn="ctr"/>
            <a:r>
              <a:rPr lang="de-LU" dirty="0">
                <a:latin typeface="Poppins" panose="00000500000000000000" pitchFamily="2" charset="0"/>
                <a:cs typeface="Poppins" panose="00000500000000000000" pitchFamily="2" charset="0"/>
              </a:rPr>
              <a:t>Rome, Italy</a:t>
            </a:r>
            <a:endParaRPr lang="lb-LU" dirty="0">
              <a:latin typeface="Poppins" panose="00000500000000000000" pitchFamily="2" charset="0"/>
              <a:cs typeface="Poppins" panose="00000500000000000000" pitchFamily="2" charset="0"/>
            </a:endParaRPr>
          </a:p>
        </p:txBody>
      </p:sp>
      <p:sp>
        <p:nvSpPr>
          <p:cNvPr id="11" name="TextBox 10">
            <a:extLst>
              <a:ext uri="{FF2B5EF4-FFF2-40B4-BE49-F238E27FC236}">
                <a16:creationId xmlns:a16="http://schemas.microsoft.com/office/drawing/2014/main" id="{ABF85CDF-AAAB-65C0-D9AD-0F60E2ED5F77}"/>
              </a:ext>
            </a:extLst>
          </p:cNvPr>
          <p:cNvSpPr txBox="1"/>
          <p:nvPr/>
        </p:nvSpPr>
        <p:spPr>
          <a:xfrm>
            <a:off x="8402974" y="4647500"/>
            <a:ext cx="2799127" cy="369332"/>
          </a:xfrm>
          <a:prstGeom prst="rect">
            <a:avLst/>
          </a:prstGeom>
          <a:noFill/>
        </p:spPr>
        <p:txBody>
          <a:bodyPr wrap="square" rtlCol="0">
            <a:spAutoFit/>
          </a:bodyPr>
          <a:lstStyle/>
          <a:p>
            <a:pPr algn="ctr"/>
            <a:r>
              <a:rPr lang="de-LU" dirty="0">
                <a:latin typeface="Poppins" panose="00000500000000000000" pitchFamily="2" charset="0"/>
                <a:cs typeface="Poppins" panose="00000500000000000000" pitchFamily="2" charset="0"/>
              </a:rPr>
              <a:t>Bali, Indonesia</a:t>
            </a:r>
            <a:endParaRPr lang="lb-LU" dirty="0">
              <a:latin typeface="Poppins" panose="00000500000000000000" pitchFamily="2" charset="0"/>
              <a:cs typeface="Poppins" panose="00000500000000000000" pitchFamily="2" charset="0"/>
            </a:endParaRPr>
          </a:p>
        </p:txBody>
      </p:sp>
      <p:grpSp>
        <p:nvGrpSpPr>
          <p:cNvPr id="14" name="Group 13">
            <a:extLst>
              <a:ext uri="{FF2B5EF4-FFF2-40B4-BE49-F238E27FC236}">
                <a16:creationId xmlns:a16="http://schemas.microsoft.com/office/drawing/2014/main" id="{5F4C998A-8ED6-FE9D-D132-400EBA07AE0B}"/>
              </a:ext>
            </a:extLst>
          </p:cNvPr>
          <p:cNvGrpSpPr/>
          <p:nvPr/>
        </p:nvGrpSpPr>
        <p:grpSpPr>
          <a:xfrm>
            <a:off x="0" y="-62218"/>
            <a:ext cx="12192000" cy="1454790"/>
            <a:chOff x="0" y="-62218"/>
            <a:chExt cx="12192000" cy="1454790"/>
          </a:xfrm>
        </p:grpSpPr>
        <p:sp>
          <p:nvSpPr>
            <p:cNvPr id="15" name="Rectangle 14">
              <a:extLst>
                <a:ext uri="{FF2B5EF4-FFF2-40B4-BE49-F238E27FC236}">
                  <a16:creationId xmlns:a16="http://schemas.microsoft.com/office/drawing/2014/main" id="{80E46578-B1F3-3F6C-96F8-811187DF3DA7}"/>
                </a:ext>
              </a:extLst>
            </p:cNvPr>
            <p:cNvSpPr/>
            <p:nvPr/>
          </p:nvSpPr>
          <p:spPr>
            <a:xfrm>
              <a:off x="0" y="0"/>
              <a:ext cx="12192000" cy="1392572"/>
            </a:xfrm>
            <a:prstGeom prst="rect">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b-LU">
                <a:solidFill>
                  <a:schemeClr val="tx1"/>
                </a:solidFill>
              </a:endParaRPr>
            </a:p>
          </p:txBody>
        </p:sp>
        <p:sp>
          <p:nvSpPr>
            <p:cNvPr id="16" name="TextBox 15">
              <a:extLst>
                <a:ext uri="{FF2B5EF4-FFF2-40B4-BE49-F238E27FC236}">
                  <a16:creationId xmlns:a16="http://schemas.microsoft.com/office/drawing/2014/main" id="{8399102F-FBD7-3DFF-258C-148955F69605}"/>
                </a:ext>
              </a:extLst>
            </p:cNvPr>
            <p:cNvSpPr txBox="1"/>
            <p:nvPr/>
          </p:nvSpPr>
          <p:spPr>
            <a:xfrm>
              <a:off x="8783272" y="692092"/>
              <a:ext cx="3106723" cy="400110"/>
            </a:xfrm>
            <a:prstGeom prst="rect">
              <a:avLst/>
            </a:prstGeom>
            <a:noFill/>
          </p:spPr>
          <p:txBody>
            <a:bodyPr wrap="square" rtlCol="0">
              <a:spAutoFit/>
            </a:bodyPr>
            <a:lstStyle/>
            <a:p>
              <a:r>
                <a:rPr lang="de-LU" sz="2000" dirty="0">
                  <a:solidFill>
                    <a:schemeClr val="bg1"/>
                  </a:solidFill>
                  <a:latin typeface="Poppins" panose="00000500000000000000" pitchFamily="2" charset="0"/>
                  <a:cs typeface="Poppins" panose="00000500000000000000" pitchFamily="2" charset="0"/>
                </a:rPr>
                <a:t>Home	</a:t>
              </a:r>
              <a:r>
                <a:rPr lang="de-LU" sz="2000" dirty="0">
                  <a:solidFill>
                    <a:srgbClr val="FFC000"/>
                  </a:solidFill>
                  <a:latin typeface="Poppins" panose="00000500000000000000" pitchFamily="2" charset="0"/>
                  <a:cs typeface="Poppins" panose="00000500000000000000" pitchFamily="2" charset="0"/>
                </a:rPr>
                <a:t>Cities</a:t>
              </a:r>
              <a:r>
                <a:rPr lang="de-LU" sz="2000" dirty="0">
                  <a:solidFill>
                    <a:schemeClr val="bg1"/>
                  </a:solidFill>
                  <a:latin typeface="Poppins" panose="00000500000000000000" pitchFamily="2" charset="0"/>
                  <a:cs typeface="Poppins" panose="00000500000000000000" pitchFamily="2" charset="0"/>
                </a:rPr>
                <a:t>	Beaches</a:t>
              </a:r>
              <a:endParaRPr lang="lb-LU" sz="2000" dirty="0">
                <a:solidFill>
                  <a:schemeClr val="bg1"/>
                </a:solidFill>
                <a:latin typeface="Poppins" panose="00000500000000000000" pitchFamily="2" charset="0"/>
                <a:cs typeface="Poppins" panose="00000500000000000000" pitchFamily="2" charset="0"/>
              </a:endParaRPr>
            </a:p>
          </p:txBody>
        </p:sp>
        <p:pic>
          <p:nvPicPr>
            <p:cNvPr id="17" name="Graphic 16" descr="A beach lounge chair">
              <a:extLst>
                <a:ext uri="{FF2B5EF4-FFF2-40B4-BE49-F238E27FC236}">
                  <a16:creationId xmlns:a16="http://schemas.microsoft.com/office/drawing/2014/main" id="{1E64040A-0182-6D40-100C-1BB788CE4F7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02005" y="-62218"/>
              <a:ext cx="1426127" cy="1426127"/>
            </a:xfrm>
            <a:prstGeom prst="rect">
              <a:avLst/>
            </a:prstGeom>
          </p:spPr>
        </p:pic>
      </p:grpSp>
      <p:grpSp>
        <p:nvGrpSpPr>
          <p:cNvPr id="18" name="Group 17">
            <a:extLst>
              <a:ext uri="{FF2B5EF4-FFF2-40B4-BE49-F238E27FC236}">
                <a16:creationId xmlns:a16="http://schemas.microsoft.com/office/drawing/2014/main" id="{42B4D0F0-6480-92F8-C5FB-9E408D2C0C30}"/>
              </a:ext>
            </a:extLst>
          </p:cNvPr>
          <p:cNvGrpSpPr/>
          <p:nvPr/>
        </p:nvGrpSpPr>
        <p:grpSpPr>
          <a:xfrm>
            <a:off x="0" y="6090407"/>
            <a:ext cx="12474429" cy="767593"/>
            <a:chOff x="0" y="6090407"/>
            <a:chExt cx="12474429" cy="767593"/>
          </a:xfrm>
        </p:grpSpPr>
        <p:sp>
          <p:nvSpPr>
            <p:cNvPr id="19" name="Rectangle 18">
              <a:extLst>
                <a:ext uri="{FF2B5EF4-FFF2-40B4-BE49-F238E27FC236}">
                  <a16:creationId xmlns:a16="http://schemas.microsoft.com/office/drawing/2014/main" id="{B7B068D6-83EC-E0C5-6DEC-DF89A26563C3}"/>
                </a:ext>
              </a:extLst>
            </p:cNvPr>
            <p:cNvSpPr/>
            <p:nvPr/>
          </p:nvSpPr>
          <p:spPr>
            <a:xfrm>
              <a:off x="0" y="6090407"/>
              <a:ext cx="12474429" cy="767593"/>
            </a:xfrm>
            <a:prstGeom prst="rect">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b-LU"/>
            </a:p>
          </p:txBody>
        </p:sp>
        <p:sp>
          <p:nvSpPr>
            <p:cNvPr id="20" name="TextBox 19">
              <a:extLst>
                <a:ext uri="{FF2B5EF4-FFF2-40B4-BE49-F238E27FC236}">
                  <a16:creationId xmlns:a16="http://schemas.microsoft.com/office/drawing/2014/main" id="{1CDB0842-22BE-7158-0E52-9FB8E6B5334C}"/>
                </a:ext>
              </a:extLst>
            </p:cNvPr>
            <p:cNvSpPr txBox="1"/>
            <p:nvPr/>
          </p:nvSpPr>
          <p:spPr>
            <a:xfrm>
              <a:off x="9054515" y="6320314"/>
              <a:ext cx="2835480" cy="307777"/>
            </a:xfrm>
            <a:prstGeom prst="rect">
              <a:avLst/>
            </a:prstGeom>
            <a:noFill/>
          </p:spPr>
          <p:txBody>
            <a:bodyPr wrap="square" rtlCol="0">
              <a:spAutoFit/>
            </a:bodyPr>
            <a:lstStyle/>
            <a:p>
              <a:r>
                <a:rPr lang="de-LU" sz="1400" u="sng" dirty="0">
                  <a:solidFill>
                    <a:schemeClr val="bg1"/>
                  </a:solidFill>
                </a:rPr>
                <a:t>Dvoinishnikov Mikhail 4TPIFI1 HTSTA</a:t>
              </a:r>
              <a:endParaRPr lang="lb-LU" u="sng" dirty="0">
                <a:solidFill>
                  <a:schemeClr val="bg1"/>
                </a:solidFill>
              </a:endParaRPr>
            </a:p>
          </p:txBody>
        </p:sp>
      </p:grpSp>
    </p:spTree>
    <p:extLst>
      <p:ext uri="{BB962C8B-B14F-4D97-AF65-F5344CB8AC3E}">
        <p14:creationId xmlns:p14="http://schemas.microsoft.com/office/powerpoint/2010/main" val="21337253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BBE7FBC-5B8F-629F-3F49-37DDA9402314}"/>
              </a:ext>
            </a:extLst>
          </p:cNvPr>
          <p:cNvSpPr>
            <a:spLocks noGrp="1"/>
          </p:cNvSpPr>
          <p:nvPr>
            <p:ph type="title"/>
          </p:nvPr>
        </p:nvSpPr>
        <p:spPr>
          <a:xfrm>
            <a:off x="838200" y="1419095"/>
            <a:ext cx="4516764" cy="767593"/>
          </a:xfrm>
        </p:spPr>
        <p:txBody>
          <a:bodyPr>
            <a:normAutofit/>
          </a:bodyPr>
          <a:lstStyle/>
          <a:p>
            <a:r>
              <a:rPr lang="de-LU" sz="3200" dirty="0">
                <a:latin typeface="Poppins" panose="00000500000000000000" pitchFamily="2" charset="0"/>
                <a:cs typeface="Poppins" panose="00000500000000000000" pitchFamily="2" charset="0"/>
              </a:rPr>
              <a:t>Las Vegas</a:t>
            </a:r>
            <a:endParaRPr lang="lb-LU" sz="3200" dirty="0">
              <a:latin typeface="Poppins" panose="00000500000000000000" pitchFamily="2" charset="0"/>
              <a:cs typeface="Poppins" panose="00000500000000000000" pitchFamily="2" charset="0"/>
            </a:endParaRPr>
          </a:p>
        </p:txBody>
      </p:sp>
      <p:pic>
        <p:nvPicPr>
          <p:cNvPr id="10" name="Picture 2" descr="Las Vegas, The United States of America">
            <a:extLst>
              <a:ext uri="{FF2B5EF4-FFF2-40B4-BE49-F238E27FC236}">
                <a16:creationId xmlns:a16="http://schemas.microsoft.com/office/drawing/2014/main" id="{75BBC4DE-3CB6-0871-4779-A93E0DE167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181362"/>
            <a:ext cx="4516764" cy="3109686"/>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2C58F9F6-17D7-A9D4-8C95-BE77FF1A6640}"/>
              </a:ext>
            </a:extLst>
          </p:cNvPr>
          <p:cNvSpPr txBox="1"/>
          <p:nvPr/>
        </p:nvSpPr>
        <p:spPr>
          <a:xfrm>
            <a:off x="6562216" y="1566952"/>
            <a:ext cx="5327780" cy="3231654"/>
          </a:xfrm>
          <a:prstGeom prst="rect">
            <a:avLst/>
          </a:prstGeom>
          <a:noFill/>
        </p:spPr>
        <p:txBody>
          <a:bodyPr wrap="square" rtlCol="0">
            <a:spAutoFit/>
          </a:bodyPr>
          <a:lstStyle/>
          <a:p>
            <a:r>
              <a:rPr lang="en-US" sz="1400" b="0" i="0" dirty="0">
                <a:solidFill>
                  <a:srgbClr val="3B3B3B"/>
                </a:solidFill>
                <a:effectLst/>
                <a:latin typeface="Poppins" panose="020B0502040204020203" pitchFamily="2" charset="0"/>
              </a:rPr>
              <a:t>Gambling is the first word that comes to your mind after hearing the name of the beautiful city of Las Vegas. It has got something for everybody with different tastes and interests. Luxurious lifestyle, nightlife, drinks, casinos, clubs, games, spa, shopping, food and what not. The hotels in the city are just amazing, the architecture, the hospitality and the world-class facilities that they offer are something to die for. It is known as the entertainment capital of the world because of 24 hours fun-filled activities going throughout the strip for everyone.</a:t>
            </a:r>
          </a:p>
          <a:p>
            <a:endParaRPr lang="en-US" sz="1600" dirty="0">
              <a:solidFill>
                <a:srgbClr val="3B3B3B"/>
              </a:solidFill>
              <a:latin typeface="Poppins" panose="020B0502040204020203" pitchFamily="2" charset="0"/>
            </a:endParaRPr>
          </a:p>
          <a:p>
            <a:endParaRPr lang="en-US" sz="1600" dirty="0">
              <a:solidFill>
                <a:srgbClr val="3B3B3B"/>
              </a:solidFill>
              <a:latin typeface="Poppins" panose="020B0502040204020203" pitchFamily="2" charset="0"/>
            </a:endParaRPr>
          </a:p>
          <a:p>
            <a:r>
              <a:rPr lang="en-US" sz="1600" u="sng" dirty="0">
                <a:solidFill>
                  <a:srgbClr val="3B3B3B"/>
                </a:solidFill>
                <a:latin typeface="Poppins" panose="020B0502040204020203" pitchFamily="2" charset="0"/>
              </a:rPr>
              <a:t>What to do:</a:t>
            </a:r>
          </a:p>
          <a:p>
            <a:endParaRPr lang="en-US" sz="1600" u="sng" dirty="0">
              <a:solidFill>
                <a:srgbClr val="3B3B3B"/>
              </a:solidFill>
              <a:latin typeface="Poppins" panose="020B0502040204020203" pitchFamily="2" charset="0"/>
            </a:endParaRPr>
          </a:p>
        </p:txBody>
      </p:sp>
      <p:grpSp>
        <p:nvGrpSpPr>
          <p:cNvPr id="2" name="Group 1">
            <a:extLst>
              <a:ext uri="{FF2B5EF4-FFF2-40B4-BE49-F238E27FC236}">
                <a16:creationId xmlns:a16="http://schemas.microsoft.com/office/drawing/2014/main" id="{47584857-A2AF-43B1-E2BE-790F5A45CF64}"/>
              </a:ext>
            </a:extLst>
          </p:cNvPr>
          <p:cNvGrpSpPr/>
          <p:nvPr/>
        </p:nvGrpSpPr>
        <p:grpSpPr>
          <a:xfrm>
            <a:off x="0" y="-62218"/>
            <a:ext cx="12192000" cy="1454790"/>
            <a:chOff x="0" y="-62218"/>
            <a:chExt cx="12192000" cy="1454790"/>
          </a:xfrm>
        </p:grpSpPr>
        <p:sp>
          <p:nvSpPr>
            <p:cNvPr id="3" name="Rectangle 2">
              <a:extLst>
                <a:ext uri="{FF2B5EF4-FFF2-40B4-BE49-F238E27FC236}">
                  <a16:creationId xmlns:a16="http://schemas.microsoft.com/office/drawing/2014/main" id="{00567C32-FAED-BEFD-881D-A4D7D3CD8634}"/>
                </a:ext>
              </a:extLst>
            </p:cNvPr>
            <p:cNvSpPr/>
            <p:nvPr/>
          </p:nvSpPr>
          <p:spPr>
            <a:xfrm>
              <a:off x="0" y="0"/>
              <a:ext cx="12192000" cy="1392572"/>
            </a:xfrm>
            <a:prstGeom prst="rect">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b-LU">
                <a:solidFill>
                  <a:schemeClr val="tx1"/>
                </a:solidFill>
              </a:endParaRPr>
            </a:p>
          </p:txBody>
        </p:sp>
        <p:sp>
          <p:nvSpPr>
            <p:cNvPr id="8" name="TextBox 7">
              <a:extLst>
                <a:ext uri="{FF2B5EF4-FFF2-40B4-BE49-F238E27FC236}">
                  <a16:creationId xmlns:a16="http://schemas.microsoft.com/office/drawing/2014/main" id="{725C7414-C804-D6AB-6389-37F71399206A}"/>
                </a:ext>
              </a:extLst>
            </p:cNvPr>
            <p:cNvSpPr txBox="1"/>
            <p:nvPr/>
          </p:nvSpPr>
          <p:spPr>
            <a:xfrm>
              <a:off x="8783272" y="692092"/>
              <a:ext cx="3106723" cy="400110"/>
            </a:xfrm>
            <a:prstGeom prst="rect">
              <a:avLst/>
            </a:prstGeom>
            <a:noFill/>
          </p:spPr>
          <p:txBody>
            <a:bodyPr wrap="square" rtlCol="0">
              <a:spAutoFit/>
            </a:bodyPr>
            <a:lstStyle/>
            <a:p>
              <a:r>
                <a:rPr lang="de-LU" sz="2000" dirty="0">
                  <a:solidFill>
                    <a:schemeClr val="bg1"/>
                  </a:solidFill>
                  <a:latin typeface="Poppins" panose="00000500000000000000" pitchFamily="2" charset="0"/>
                  <a:cs typeface="Poppins" panose="00000500000000000000" pitchFamily="2" charset="0"/>
                </a:rPr>
                <a:t>Home	Cities	Beaches</a:t>
              </a:r>
              <a:endParaRPr lang="lb-LU" sz="2000" dirty="0">
                <a:solidFill>
                  <a:schemeClr val="bg1"/>
                </a:solidFill>
                <a:latin typeface="Poppins" panose="00000500000000000000" pitchFamily="2" charset="0"/>
                <a:cs typeface="Poppins" panose="00000500000000000000" pitchFamily="2" charset="0"/>
              </a:endParaRPr>
            </a:p>
          </p:txBody>
        </p:sp>
        <p:pic>
          <p:nvPicPr>
            <p:cNvPr id="13" name="Graphic 12" descr="A beach lounge chair">
              <a:extLst>
                <a:ext uri="{FF2B5EF4-FFF2-40B4-BE49-F238E27FC236}">
                  <a16:creationId xmlns:a16="http://schemas.microsoft.com/office/drawing/2014/main" id="{920A9CB2-520C-52B0-AE78-131C8C5758C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02005" y="-62218"/>
              <a:ext cx="1426127" cy="1426127"/>
            </a:xfrm>
            <a:prstGeom prst="rect">
              <a:avLst/>
            </a:prstGeom>
          </p:spPr>
        </p:pic>
      </p:grpSp>
      <p:grpSp>
        <p:nvGrpSpPr>
          <p:cNvPr id="14" name="Group 13">
            <a:extLst>
              <a:ext uri="{FF2B5EF4-FFF2-40B4-BE49-F238E27FC236}">
                <a16:creationId xmlns:a16="http://schemas.microsoft.com/office/drawing/2014/main" id="{5820E75D-D4ED-9B7A-FA76-3671A525B90B}"/>
              </a:ext>
            </a:extLst>
          </p:cNvPr>
          <p:cNvGrpSpPr/>
          <p:nvPr/>
        </p:nvGrpSpPr>
        <p:grpSpPr>
          <a:xfrm>
            <a:off x="0" y="6090407"/>
            <a:ext cx="12474429" cy="767593"/>
            <a:chOff x="0" y="6090407"/>
            <a:chExt cx="12474429" cy="767593"/>
          </a:xfrm>
        </p:grpSpPr>
        <p:sp>
          <p:nvSpPr>
            <p:cNvPr id="15" name="Rectangle 14">
              <a:extLst>
                <a:ext uri="{FF2B5EF4-FFF2-40B4-BE49-F238E27FC236}">
                  <a16:creationId xmlns:a16="http://schemas.microsoft.com/office/drawing/2014/main" id="{B4A0129E-C32B-5E2B-9C94-1285DC4DEA07}"/>
                </a:ext>
              </a:extLst>
            </p:cNvPr>
            <p:cNvSpPr/>
            <p:nvPr/>
          </p:nvSpPr>
          <p:spPr>
            <a:xfrm>
              <a:off x="0" y="6090407"/>
              <a:ext cx="12474429" cy="767593"/>
            </a:xfrm>
            <a:prstGeom prst="rect">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b-LU"/>
            </a:p>
          </p:txBody>
        </p:sp>
        <p:sp>
          <p:nvSpPr>
            <p:cNvPr id="16" name="TextBox 15">
              <a:extLst>
                <a:ext uri="{FF2B5EF4-FFF2-40B4-BE49-F238E27FC236}">
                  <a16:creationId xmlns:a16="http://schemas.microsoft.com/office/drawing/2014/main" id="{ADECE7BB-D208-0A29-EC5B-7F5B27554182}"/>
                </a:ext>
              </a:extLst>
            </p:cNvPr>
            <p:cNvSpPr txBox="1"/>
            <p:nvPr/>
          </p:nvSpPr>
          <p:spPr>
            <a:xfrm>
              <a:off x="9054515" y="6320314"/>
              <a:ext cx="2835480" cy="307777"/>
            </a:xfrm>
            <a:prstGeom prst="rect">
              <a:avLst/>
            </a:prstGeom>
            <a:noFill/>
          </p:spPr>
          <p:txBody>
            <a:bodyPr wrap="square" rtlCol="0">
              <a:spAutoFit/>
            </a:bodyPr>
            <a:lstStyle/>
            <a:p>
              <a:r>
                <a:rPr lang="de-LU" sz="1400" u="sng" dirty="0">
                  <a:solidFill>
                    <a:schemeClr val="bg1"/>
                  </a:solidFill>
                </a:rPr>
                <a:t>Dvoinishnikov Mikhail 4TPIFI1 HTSTA</a:t>
              </a:r>
              <a:endParaRPr lang="lb-LU" u="sng" dirty="0">
                <a:solidFill>
                  <a:schemeClr val="bg1"/>
                </a:solidFill>
              </a:endParaRPr>
            </a:p>
          </p:txBody>
        </p:sp>
      </p:grpSp>
      <p:grpSp>
        <p:nvGrpSpPr>
          <p:cNvPr id="4" name="Group 3">
            <a:extLst>
              <a:ext uri="{FF2B5EF4-FFF2-40B4-BE49-F238E27FC236}">
                <a16:creationId xmlns:a16="http://schemas.microsoft.com/office/drawing/2014/main" id="{56158FDE-BBE2-1C3D-A388-A4D108ABF93E}"/>
              </a:ext>
            </a:extLst>
          </p:cNvPr>
          <p:cNvGrpSpPr/>
          <p:nvPr/>
        </p:nvGrpSpPr>
        <p:grpSpPr>
          <a:xfrm>
            <a:off x="6654801" y="4532268"/>
            <a:ext cx="5235194" cy="1158459"/>
            <a:chOff x="6562216" y="4532268"/>
            <a:chExt cx="5327778" cy="1158459"/>
          </a:xfrm>
        </p:grpSpPr>
        <p:sp>
          <p:nvSpPr>
            <p:cNvPr id="19" name="Rectangle 18">
              <a:extLst>
                <a:ext uri="{FF2B5EF4-FFF2-40B4-BE49-F238E27FC236}">
                  <a16:creationId xmlns:a16="http://schemas.microsoft.com/office/drawing/2014/main" id="{977D5EB1-3BE0-CFFE-D244-E7166A83C973}"/>
                </a:ext>
              </a:extLst>
            </p:cNvPr>
            <p:cNvSpPr/>
            <p:nvPr/>
          </p:nvSpPr>
          <p:spPr>
            <a:xfrm>
              <a:off x="6562217" y="4538131"/>
              <a:ext cx="5327777" cy="369331"/>
            </a:xfrm>
            <a:prstGeom prst="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b-LU" dirty="0">
                <a:highlight>
                  <a:srgbClr val="C0C0C0"/>
                </a:highlight>
              </a:endParaRPr>
            </a:p>
          </p:txBody>
        </p:sp>
        <p:sp>
          <p:nvSpPr>
            <p:cNvPr id="20" name="Rectangle 19">
              <a:extLst>
                <a:ext uri="{FF2B5EF4-FFF2-40B4-BE49-F238E27FC236}">
                  <a16:creationId xmlns:a16="http://schemas.microsoft.com/office/drawing/2014/main" id="{404CA049-4892-DA16-AE6D-2A683171BD4F}"/>
                </a:ext>
              </a:extLst>
            </p:cNvPr>
            <p:cNvSpPr/>
            <p:nvPr/>
          </p:nvSpPr>
          <p:spPr>
            <a:xfrm>
              <a:off x="6563228" y="4924457"/>
              <a:ext cx="5326766" cy="369332"/>
            </a:xfrm>
            <a:prstGeom prst="rect">
              <a:avLst/>
            </a:prstGeom>
            <a:solidFill>
              <a:schemeClr val="bg1">
                <a:lumMod val="6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b-LU"/>
            </a:p>
          </p:txBody>
        </p:sp>
        <p:sp>
          <p:nvSpPr>
            <p:cNvPr id="21" name="Rectangle 20">
              <a:extLst>
                <a:ext uri="{FF2B5EF4-FFF2-40B4-BE49-F238E27FC236}">
                  <a16:creationId xmlns:a16="http://schemas.microsoft.com/office/drawing/2014/main" id="{D41E92C8-2B93-4BCD-C22A-F07A844952E9}"/>
                </a:ext>
              </a:extLst>
            </p:cNvPr>
            <p:cNvSpPr/>
            <p:nvPr/>
          </p:nvSpPr>
          <p:spPr>
            <a:xfrm>
              <a:off x="6562218" y="5310784"/>
              <a:ext cx="5326766" cy="369332"/>
            </a:xfrm>
            <a:prstGeom prst="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b-LU"/>
            </a:p>
          </p:txBody>
        </p:sp>
        <p:sp>
          <p:nvSpPr>
            <p:cNvPr id="23" name="TextBox 22">
              <a:extLst>
                <a:ext uri="{FF2B5EF4-FFF2-40B4-BE49-F238E27FC236}">
                  <a16:creationId xmlns:a16="http://schemas.microsoft.com/office/drawing/2014/main" id="{34F1430F-8AB7-201D-C1EE-5548208F0167}"/>
                </a:ext>
              </a:extLst>
            </p:cNvPr>
            <p:cNvSpPr txBox="1"/>
            <p:nvPr/>
          </p:nvSpPr>
          <p:spPr>
            <a:xfrm>
              <a:off x="6562218" y="4532268"/>
              <a:ext cx="5327776" cy="369332"/>
            </a:xfrm>
            <a:prstGeom prst="rect">
              <a:avLst/>
            </a:prstGeom>
            <a:noFill/>
            <a:ln>
              <a:solidFill>
                <a:schemeClr val="bg1"/>
              </a:solidFill>
            </a:ln>
          </p:spPr>
          <p:txBody>
            <a:bodyPr wrap="square" rtlCol="0">
              <a:spAutoFit/>
            </a:bodyPr>
            <a:lstStyle/>
            <a:p>
              <a:r>
                <a:rPr lang="de-LU" dirty="0"/>
                <a:t>Casino</a:t>
              </a:r>
              <a:endParaRPr lang="lb-LU" dirty="0"/>
            </a:p>
          </p:txBody>
        </p:sp>
        <p:sp>
          <p:nvSpPr>
            <p:cNvPr id="25" name="TextBox 24">
              <a:extLst>
                <a:ext uri="{FF2B5EF4-FFF2-40B4-BE49-F238E27FC236}">
                  <a16:creationId xmlns:a16="http://schemas.microsoft.com/office/drawing/2014/main" id="{43CE67B0-CE3E-8A7F-EF2B-A4B13A5EFEF8}"/>
                </a:ext>
              </a:extLst>
            </p:cNvPr>
            <p:cNvSpPr txBox="1"/>
            <p:nvPr/>
          </p:nvSpPr>
          <p:spPr>
            <a:xfrm>
              <a:off x="6562217" y="4924457"/>
              <a:ext cx="5326765" cy="369332"/>
            </a:xfrm>
            <a:prstGeom prst="rect">
              <a:avLst/>
            </a:prstGeom>
            <a:noFill/>
            <a:ln>
              <a:solidFill>
                <a:schemeClr val="bg1"/>
              </a:solidFill>
            </a:ln>
          </p:spPr>
          <p:txBody>
            <a:bodyPr wrap="square" rtlCol="0">
              <a:spAutoFit/>
            </a:bodyPr>
            <a:lstStyle/>
            <a:p>
              <a:r>
                <a:rPr lang="de-LU" dirty="0"/>
                <a:t>Shopping</a:t>
              </a:r>
              <a:endParaRPr lang="lb-LU" dirty="0"/>
            </a:p>
          </p:txBody>
        </p:sp>
        <p:sp>
          <p:nvSpPr>
            <p:cNvPr id="26" name="TextBox 25">
              <a:extLst>
                <a:ext uri="{FF2B5EF4-FFF2-40B4-BE49-F238E27FC236}">
                  <a16:creationId xmlns:a16="http://schemas.microsoft.com/office/drawing/2014/main" id="{9832AAA2-F2E8-7209-373E-02986671AB78}"/>
                </a:ext>
              </a:extLst>
            </p:cNvPr>
            <p:cNvSpPr txBox="1"/>
            <p:nvPr/>
          </p:nvSpPr>
          <p:spPr>
            <a:xfrm>
              <a:off x="6562216" y="5321395"/>
              <a:ext cx="5326766" cy="369332"/>
            </a:xfrm>
            <a:prstGeom prst="rect">
              <a:avLst/>
            </a:prstGeom>
            <a:noFill/>
            <a:ln>
              <a:solidFill>
                <a:schemeClr val="bg1"/>
              </a:solidFill>
            </a:ln>
          </p:spPr>
          <p:txBody>
            <a:bodyPr wrap="square" rtlCol="0">
              <a:spAutoFit/>
            </a:bodyPr>
            <a:lstStyle/>
            <a:p>
              <a:r>
                <a:rPr lang="de-LU" dirty="0"/>
                <a:t>Night Clubs</a:t>
              </a:r>
              <a:endParaRPr lang="lb-LU" dirty="0"/>
            </a:p>
          </p:txBody>
        </p:sp>
      </p:grpSp>
    </p:spTree>
    <p:extLst>
      <p:ext uri="{BB962C8B-B14F-4D97-AF65-F5344CB8AC3E}">
        <p14:creationId xmlns:p14="http://schemas.microsoft.com/office/powerpoint/2010/main" val="39983811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BBE7FBC-5B8F-629F-3F49-37DDA9402314}"/>
              </a:ext>
            </a:extLst>
          </p:cNvPr>
          <p:cNvSpPr>
            <a:spLocks noGrp="1"/>
          </p:cNvSpPr>
          <p:nvPr>
            <p:ph type="title"/>
          </p:nvPr>
        </p:nvSpPr>
        <p:spPr>
          <a:xfrm>
            <a:off x="838200" y="1419095"/>
            <a:ext cx="4516764" cy="767593"/>
          </a:xfrm>
        </p:spPr>
        <p:txBody>
          <a:bodyPr>
            <a:normAutofit/>
          </a:bodyPr>
          <a:lstStyle/>
          <a:p>
            <a:r>
              <a:rPr lang="de-LU" sz="3200" dirty="0">
                <a:latin typeface="Poppins" panose="00000500000000000000" pitchFamily="2" charset="0"/>
                <a:cs typeface="Poppins" panose="00000500000000000000" pitchFamily="2" charset="0"/>
              </a:rPr>
              <a:t>Rome</a:t>
            </a:r>
            <a:endParaRPr lang="lb-LU" sz="3200" dirty="0">
              <a:latin typeface="Poppins" panose="00000500000000000000" pitchFamily="2" charset="0"/>
              <a:cs typeface="Poppins" panose="00000500000000000000" pitchFamily="2" charset="0"/>
            </a:endParaRPr>
          </a:p>
        </p:txBody>
      </p:sp>
      <p:sp>
        <p:nvSpPr>
          <p:cNvPr id="11" name="TextBox 10">
            <a:extLst>
              <a:ext uri="{FF2B5EF4-FFF2-40B4-BE49-F238E27FC236}">
                <a16:creationId xmlns:a16="http://schemas.microsoft.com/office/drawing/2014/main" id="{2C58F9F6-17D7-A9D4-8C95-BE77FF1A6640}"/>
              </a:ext>
            </a:extLst>
          </p:cNvPr>
          <p:cNvSpPr txBox="1"/>
          <p:nvPr/>
        </p:nvSpPr>
        <p:spPr>
          <a:xfrm>
            <a:off x="6562216" y="1566952"/>
            <a:ext cx="5327780" cy="2954655"/>
          </a:xfrm>
          <a:prstGeom prst="rect">
            <a:avLst/>
          </a:prstGeom>
          <a:noFill/>
        </p:spPr>
        <p:txBody>
          <a:bodyPr wrap="square" rtlCol="0">
            <a:spAutoFit/>
          </a:bodyPr>
          <a:lstStyle/>
          <a:p>
            <a:r>
              <a:rPr lang="en-US" sz="1400" b="0" i="0" dirty="0">
                <a:solidFill>
                  <a:srgbClr val="3B3B3B"/>
                </a:solidFill>
                <a:effectLst/>
                <a:latin typeface="Poppins" panose="00000500000000000000" pitchFamily="2" charset="0"/>
              </a:rPr>
              <a:t>The Eternal City- Rome is famous for its rich ancient culture and heritage, food, culture and the beaches. The beautiful Roman art and culture, the nicely designed museums and palaces, the story of the most important and oldest </a:t>
            </a:r>
            <a:r>
              <a:rPr lang="en-US" sz="1400" b="0" i="0" dirty="0" err="1">
                <a:solidFill>
                  <a:srgbClr val="3B3B3B"/>
                </a:solidFill>
                <a:effectLst/>
                <a:latin typeface="Poppins" panose="00000500000000000000" pitchFamily="2" charset="0"/>
              </a:rPr>
              <a:t>civilisations</a:t>
            </a:r>
            <a:r>
              <a:rPr lang="en-US" sz="1400" b="0" i="0" dirty="0">
                <a:solidFill>
                  <a:srgbClr val="3B3B3B"/>
                </a:solidFill>
                <a:effectLst/>
                <a:latin typeface="Poppins" panose="00000500000000000000" pitchFamily="2" charset="0"/>
              </a:rPr>
              <a:t>, the Romans, the majestic and fascinating architecture, the mouth-watering pizzas, pastas and cheese and premier wines, Gelato- the Italian style ice-cream, the artistic streets, the fashion fiesta and the </a:t>
            </a:r>
            <a:r>
              <a:rPr lang="en-US" sz="1400" b="0" i="0" dirty="0" err="1">
                <a:solidFill>
                  <a:srgbClr val="3B3B3B"/>
                </a:solidFill>
                <a:effectLst/>
                <a:latin typeface="Poppins" panose="00000500000000000000" pitchFamily="2" charset="0"/>
              </a:rPr>
              <a:t>favourable</a:t>
            </a:r>
            <a:r>
              <a:rPr lang="en-US" sz="1400" b="0" i="0" dirty="0">
                <a:solidFill>
                  <a:srgbClr val="3B3B3B"/>
                </a:solidFill>
                <a:effectLst/>
                <a:latin typeface="Poppins" panose="00000500000000000000" pitchFamily="2" charset="0"/>
              </a:rPr>
              <a:t> season throughout the year makes it one of the best and most loved tourist destinations all across the world.</a:t>
            </a:r>
            <a:endParaRPr lang="en-US" sz="1600" dirty="0">
              <a:solidFill>
                <a:srgbClr val="3B3B3B"/>
              </a:solidFill>
              <a:latin typeface="Poppins" panose="020B0502040204020203" pitchFamily="2" charset="0"/>
            </a:endParaRPr>
          </a:p>
          <a:p>
            <a:endParaRPr lang="en-US" sz="1600" dirty="0">
              <a:solidFill>
                <a:srgbClr val="3B3B3B"/>
              </a:solidFill>
              <a:latin typeface="Poppins" panose="020B0502040204020203" pitchFamily="2" charset="0"/>
            </a:endParaRPr>
          </a:p>
          <a:p>
            <a:r>
              <a:rPr lang="en-US" sz="1600" u="sng" dirty="0">
                <a:solidFill>
                  <a:srgbClr val="3B3B3B"/>
                </a:solidFill>
                <a:latin typeface="Poppins" panose="020B0502040204020203" pitchFamily="2" charset="0"/>
              </a:rPr>
              <a:t>What to do:</a:t>
            </a:r>
          </a:p>
        </p:txBody>
      </p:sp>
      <p:pic>
        <p:nvPicPr>
          <p:cNvPr id="4098" name="Picture 2" descr="Rome, Italy">
            <a:extLst>
              <a:ext uri="{FF2B5EF4-FFF2-40B4-BE49-F238E27FC236}">
                <a16:creationId xmlns:a16="http://schemas.microsoft.com/office/drawing/2014/main" id="{3A3E3840-967C-E7BB-8650-8024D317C7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186688"/>
            <a:ext cx="4494377" cy="2966991"/>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2">
            <a:extLst>
              <a:ext uri="{FF2B5EF4-FFF2-40B4-BE49-F238E27FC236}">
                <a16:creationId xmlns:a16="http://schemas.microsoft.com/office/drawing/2014/main" id="{09C9F800-2F09-1BA9-26F7-6B149CA69779}"/>
              </a:ext>
            </a:extLst>
          </p:cNvPr>
          <p:cNvGrpSpPr/>
          <p:nvPr/>
        </p:nvGrpSpPr>
        <p:grpSpPr>
          <a:xfrm>
            <a:off x="0" y="-62218"/>
            <a:ext cx="12192000" cy="1454790"/>
            <a:chOff x="0" y="-62218"/>
            <a:chExt cx="12192000" cy="1454790"/>
          </a:xfrm>
        </p:grpSpPr>
        <p:sp>
          <p:nvSpPr>
            <p:cNvPr id="8" name="Rectangle 7">
              <a:extLst>
                <a:ext uri="{FF2B5EF4-FFF2-40B4-BE49-F238E27FC236}">
                  <a16:creationId xmlns:a16="http://schemas.microsoft.com/office/drawing/2014/main" id="{B256430D-2F2C-C4C5-5A6B-8638B6EEB340}"/>
                </a:ext>
              </a:extLst>
            </p:cNvPr>
            <p:cNvSpPr/>
            <p:nvPr/>
          </p:nvSpPr>
          <p:spPr>
            <a:xfrm>
              <a:off x="0" y="0"/>
              <a:ext cx="12192000" cy="1392572"/>
            </a:xfrm>
            <a:prstGeom prst="rect">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b-LU">
                <a:solidFill>
                  <a:schemeClr val="tx1"/>
                </a:solidFill>
              </a:endParaRPr>
            </a:p>
          </p:txBody>
        </p:sp>
        <p:sp>
          <p:nvSpPr>
            <p:cNvPr id="10" name="TextBox 9">
              <a:extLst>
                <a:ext uri="{FF2B5EF4-FFF2-40B4-BE49-F238E27FC236}">
                  <a16:creationId xmlns:a16="http://schemas.microsoft.com/office/drawing/2014/main" id="{9C781917-5693-B677-3060-6CD128D65ACE}"/>
                </a:ext>
              </a:extLst>
            </p:cNvPr>
            <p:cNvSpPr txBox="1"/>
            <p:nvPr/>
          </p:nvSpPr>
          <p:spPr>
            <a:xfrm>
              <a:off x="8783272" y="692092"/>
              <a:ext cx="3106723" cy="400110"/>
            </a:xfrm>
            <a:prstGeom prst="rect">
              <a:avLst/>
            </a:prstGeom>
            <a:noFill/>
          </p:spPr>
          <p:txBody>
            <a:bodyPr wrap="square" rtlCol="0">
              <a:spAutoFit/>
            </a:bodyPr>
            <a:lstStyle/>
            <a:p>
              <a:r>
                <a:rPr lang="de-LU" sz="2000" dirty="0">
                  <a:solidFill>
                    <a:schemeClr val="bg1"/>
                  </a:solidFill>
                  <a:latin typeface="Poppins" panose="00000500000000000000" pitchFamily="2" charset="0"/>
                  <a:cs typeface="Poppins" panose="00000500000000000000" pitchFamily="2" charset="0"/>
                </a:rPr>
                <a:t>Home	Cities	Beaches</a:t>
              </a:r>
              <a:endParaRPr lang="lb-LU" sz="2000" dirty="0">
                <a:solidFill>
                  <a:schemeClr val="bg1"/>
                </a:solidFill>
                <a:latin typeface="Poppins" panose="00000500000000000000" pitchFamily="2" charset="0"/>
                <a:cs typeface="Poppins" panose="00000500000000000000" pitchFamily="2" charset="0"/>
              </a:endParaRPr>
            </a:p>
          </p:txBody>
        </p:sp>
        <p:pic>
          <p:nvPicPr>
            <p:cNvPr id="12" name="Graphic 11" descr="A beach lounge chair">
              <a:extLst>
                <a:ext uri="{FF2B5EF4-FFF2-40B4-BE49-F238E27FC236}">
                  <a16:creationId xmlns:a16="http://schemas.microsoft.com/office/drawing/2014/main" id="{F956433C-2DD6-D2E0-87D4-B6FC557EEAB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02005" y="-62218"/>
              <a:ext cx="1426127" cy="1426127"/>
            </a:xfrm>
            <a:prstGeom prst="rect">
              <a:avLst/>
            </a:prstGeom>
          </p:spPr>
        </p:pic>
      </p:grpSp>
      <p:grpSp>
        <p:nvGrpSpPr>
          <p:cNvPr id="13" name="Group 12">
            <a:extLst>
              <a:ext uri="{FF2B5EF4-FFF2-40B4-BE49-F238E27FC236}">
                <a16:creationId xmlns:a16="http://schemas.microsoft.com/office/drawing/2014/main" id="{1D592ABE-8147-4BB8-2C54-C49FD936F693}"/>
              </a:ext>
            </a:extLst>
          </p:cNvPr>
          <p:cNvGrpSpPr/>
          <p:nvPr/>
        </p:nvGrpSpPr>
        <p:grpSpPr>
          <a:xfrm>
            <a:off x="0" y="6090407"/>
            <a:ext cx="12474429" cy="767593"/>
            <a:chOff x="0" y="6090407"/>
            <a:chExt cx="12474429" cy="767593"/>
          </a:xfrm>
        </p:grpSpPr>
        <p:sp>
          <p:nvSpPr>
            <p:cNvPr id="14" name="Rectangle 13">
              <a:extLst>
                <a:ext uri="{FF2B5EF4-FFF2-40B4-BE49-F238E27FC236}">
                  <a16:creationId xmlns:a16="http://schemas.microsoft.com/office/drawing/2014/main" id="{F431F57D-1A4C-8A5D-227F-676EC94720DD}"/>
                </a:ext>
              </a:extLst>
            </p:cNvPr>
            <p:cNvSpPr/>
            <p:nvPr/>
          </p:nvSpPr>
          <p:spPr>
            <a:xfrm>
              <a:off x="0" y="6090407"/>
              <a:ext cx="12474429" cy="767593"/>
            </a:xfrm>
            <a:prstGeom prst="rect">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b-LU"/>
            </a:p>
          </p:txBody>
        </p:sp>
        <p:sp>
          <p:nvSpPr>
            <p:cNvPr id="15" name="TextBox 14">
              <a:extLst>
                <a:ext uri="{FF2B5EF4-FFF2-40B4-BE49-F238E27FC236}">
                  <a16:creationId xmlns:a16="http://schemas.microsoft.com/office/drawing/2014/main" id="{5033E7D9-F626-7F7C-F6F5-EE4722F204B8}"/>
                </a:ext>
              </a:extLst>
            </p:cNvPr>
            <p:cNvSpPr txBox="1"/>
            <p:nvPr/>
          </p:nvSpPr>
          <p:spPr>
            <a:xfrm>
              <a:off x="9054515" y="6320314"/>
              <a:ext cx="2835480" cy="307777"/>
            </a:xfrm>
            <a:prstGeom prst="rect">
              <a:avLst/>
            </a:prstGeom>
            <a:noFill/>
          </p:spPr>
          <p:txBody>
            <a:bodyPr wrap="square" rtlCol="0">
              <a:spAutoFit/>
            </a:bodyPr>
            <a:lstStyle/>
            <a:p>
              <a:r>
                <a:rPr lang="de-LU" sz="1400" u="sng" dirty="0">
                  <a:solidFill>
                    <a:schemeClr val="bg1"/>
                  </a:solidFill>
                </a:rPr>
                <a:t>Dvoinishnikov Mikhail 4TPIFI1 HTSTA</a:t>
              </a:r>
              <a:endParaRPr lang="lb-LU" u="sng" dirty="0">
                <a:solidFill>
                  <a:schemeClr val="bg1"/>
                </a:solidFill>
              </a:endParaRPr>
            </a:p>
          </p:txBody>
        </p:sp>
      </p:grpSp>
      <p:grpSp>
        <p:nvGrpSpPr>
          <p:cNvPr id="2" name="Group 1">
            <a:extLst>
              <a:ext uri="{FF2B5EF4-FFF2-40B4-BE49-F238E27FC236}">
                <a16:creationId xmlns:a16="http://schemas.microsoft.com/office/drawing/2014/main" id="{B8546D0F-508A-8922-AF3C-7341ECFCA356}"/>
              </a:ext>
            </a:extLst>
          </p:cNvPr>
          <p:cNvGrpSpPr/>
          <p:nvPr/>
        </p:nvGrpSpPr>
        <p:grpSpPr>
          <a:xfrm>
            <a:off x="6654801" y="4467672"/>
            <a:ext cx="5235195" cy="1158459"/>
            <a:chOff x="6562216" y="4532268"/>
            <a:chExt cx="5327779" cy="1158459"/>
          </a:xfrm>
        </p:grpSpPr>
        <p:sp>
          <p:nvSpPr>
            <p:cNvPr id="19" name="Rectangle 18">
              <a:extLst>
                <a:ext uri="{FF2B5EF4-FFF2-40B4-BE49-F238E27FC236}">
                  <a16:creationId xmlns:a16="http://schemas.microsoft.com/office/drawing/2014/main" id="{78FB1858-B354-4844-8524-E7B51501857A}"/>
                </a:ext>
              </a:extLst>
            </p:cNvPr>
            <p:cNvSpPr/>
            <p:nvPr/>
          </p:nvSpPr>
          <p:spPr>
            <a:xfrm>
              <a:off x="6562217" y="4538131"/>
              <a:ext cx="5327777" cy="369331"/>
            </a:xfrm>
            <a:prstGeom prst="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b-LU" dirty="0">
                <a:highlight>
                  <a:srgbClr val="C0C0C0"/>
                </a:highlight>
              </a:endParaRPr>
            </a:p>
          </p:txBody>
        </p:sp>
        <p:sp>
          <p:nvSpPr>
            <p:cNvPr id="20" name="Rectangle 19">
              <a:extLst>
                <a:ext uri="{FF2B5EF4-FFF2-40B4-BE49-F238E27FC236}">
                  <a16:creationId xmlns:a16="http://schemas.microsoft.com/office/drawing/2014/main" id="{A1933355-E877-D8FD-BAAF-803F2B3E9807}"/>
                </a:ext>
              </a:extLst>
            </p:cNvPr>
            <p:cNvSpPr/>
            <p:nvPr/>
          </p:nvSpPr>
          <p:spPr>
            <a:xfrm>
              <a:off x="6563228" y="4924457"/>
              <a:ext cx="5326766" cy="369332"/>
            </a:xfrm>
            <a:prstGeom prst="rect">
              <a:avLst/>
            </a:prstGeom>
            <a:solidFill>
              <a:schemeClr val="bg1">
                <a:lumMod val="6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b-LU"/>
            </a:p>
          </p:txBody>
        </p:sp>
        <p:sp>
          <p:nvSpPr>
            <p:cNvPr id="21" name="Rectangle 20">
              <a:extLst>
                <a:ext uri="{FF2B5EF4-FFF2-40B4-BE49-F238E27FC236}">
                  <a16:creationId xmlns:a16="http://schemas.microsoft.com/office/drawing/2014/main" id="{CD34E807-E9A3-8852-159C-EC87922BF8F7}"/>
                </a:ext>
              </a:extLst>
            </p:cNvPr>
            <p:cNvSpPr/>
            <p:nvPr/>
          </p:nvSpPr>
          <p:spPr>
            <a:xfrm>
              <a:off x="6562218" y="5310784"/>
              <a:ext cx="5326766" cy="369332"/>
            </a:xfrm>
            <a:prstGeom prst="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b-LU"/>
            </a:p>
          </p:txBody>
        </p:sp>
        <p:sp>
          <p:nvSpPr>
            <p:cNvPr id="22" name="TextBox 21">
              <a:extLst>
                <a:ext uri="{FF2B5EF4-FFF2-40B4-BE49-F238E27FC236}">
                  <a16:creationId xmlns:a16="http://schemas.microsoft.com/office/drawing/2014/main" id="{8C9EC05D-8B9C-C8E8-B6E9-BF93786CDCDA}"/>
                </a:ext>
              </a:extLst>
            </p:cNvPr>
            <p:cNvSpPr txBox="1"/>
            <p:nvPr/>
          </p:nvSpPr>
          <p:spPr>
            <a:xfrm>
              <a:off x="6562219" y="4532268"/>
              <a:ext cx="5327776" cy="369332"/>
            </a:xfrm>
            <a:prstGeom prst="rect">
              <a:avLst/>
            </a:prstGeom>
            <a:noFill/>
            <a:ln>
              <a:solidFill>
                <a:schemeClr val="bg1"/>
              </a:solidFill>
            </a:ln>
          </p:spPr>
          <p:txBody>
            <a:bodyPr wrap="square" rtlCol="0">
              <a:spAutoFit/>
            </a:bodyPr>
            <a:lstStyle/>
            <a:p>
              <a:r>
                <a:rPr lang="de-LU" dirty="0"/>
                <a:t>Museums</a:t>
              </a:r>
              <a:endParaRPr lang="lb-LU" dirty="0"/>
            </a:p>
          </p:txBody>
        </p:sp>
        <p:sp>
          <p:nvSpPr>
            <p:cNvPr id="23" name="TextBox 22">
              <a:extLst>
                <a:ext uri="{FF2B5EF4-FFF2-40B4-BE49-F238E27FC236}">
                  <a16:creationId xmlns:a16="http://schemas.microsoft.com/office/drawing/2014/main" id="{4B0FA7A8-95CC-1662-9ED4-BB2229443729}"/>
                </a:ext>
              </a:extLst>
            </p:cNvPr>
            <p:cNvSpPr txBox="1"/>
            <p:nvPr/>
          </p:nvSpPr>
          <p:spPr>
            <a:xfrm>
              <a:off x="6562217" y="4924457"/>
              <a:ext cx="5326765" cy="369332"/>
            </a:xfrm>
            <a:prstGeom prst="rect">
              <a:avLst/>
            </a:prstGeom>
            <a:noFill/>
            <a:ln>
              <a:solidFill>
                <a:schemeClr val="bg1"/>
              </a:solidFill>
            </a:ln>
          </p:spPr>
          <p:txBody>
            <a:bodyPr wrap="square" rtlCol="0">
              <a:spAutoFit/>
            </a:bodyPr>
            <a:lstStyle/>
            <a:p>
              <a:r>
                <a:rPr lang="de-LU" dirty="0"/>
                <a:t>Architecture</a:t>
              </a:r>
              <a:endParaRPr lang="lb-LU" dirty="0"/>
            </a:p>
          </p:txBody>
        </p:sp>
        <p:sp>
          <p:nvSpPr>
            <p:cNvPr id="24" name="TextBox 23">
              <a:extLst>
                <a:ext uri="{FF2B5EF4-FFF2-40B4-BE49-F238E27FC236}">
                  <a16:creationId xmlns:a16="http://schemas.microsoft.com/office/drawing/2014/main" id="{92F678D3-0C3B-008D-B45C-01C2B4D8690C}"/>
                </a:ext>
              </a:extLst>
            </p:cNvPr>
            <p:cNvSpPr txBox="1"/>
            <p:nvPr/>
          </p:nvSpPr>
          <p:spPr>
            <a:xfrm>
              <a:off x="6562216" y="5321395"/>
              <a:ext cx="5326766" cy="369332"/>
            </a:xfrm>
            <a:prstGeom prst="rect">
              <a:avLst/>
            </a:prstGeom>
            <a:noFill/>
            <a:ln>
              <a:solidFill>
                <a:schemeClr val="bg1"/>
              </a:solidFill>
            </a:ln>
          </p:spPr>
          <p:txBody>
            <a:bodyPr wrap="square" rtlCol="0">
              <a:spAutoFit/>
            </a:bodyPr>
            <a:lstStyle/>
            <a:p>
              <a:r>
                <a:rPr lang="de-LU" dirty="0"/>
                <a:t>Food</a:t>
              </a:r>
              <a:endParaRPr lang="lb-LU" dirty="0"/>
            </a:p>
          </p:txBody>
        </p:sp>
      </p:grpSp>
    </p:spTree>
    <p:extLst>
      <p:ext uri="{BB962C8B-B14F-4D97-AF65-F5344CB8AC3E}">
        <p14:creationId xmlns:p14="http://schemas.microsoft.com/office/powerpoint/2010/main" val="39370802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BBE7FBC-5B8F-629F-3F49-37DDA9402314}"/>
              </a:ext>
            </a:extLst>
          </p:cNvPr>
          <p:cNvSpPr>
            <a:spLocks noGrp="1"/>
          </p:cNvSpPr>
          <p:nvPr>
            <p:ph type="title"/>
          </p:nvPr>
        </p:nvSpPr>
        <p:spPr>
          <a:xfrm>
            <a:off x="838200" y="1419095"/>
            <a:ext cx="4516764" cy="767593"/>
          </a:xfrm>
        </p:spPr>
        <p:txBody>
          <a:bodyPr>
            <a:normAutofit/>
          </a:bodyPr>
          <a:lstStyle/>
          <a:p>
            <a:r>
              <a:rPr lang="de-LU" sz="3200" dirty="0">
                <a:latin typeface="Poppins" panose="00000500000000000000" pitchFamily="2" charset="0"/>
                <a:cs typeface="Poppins" panose="00000500000000000000" pitchFamily="2" charset="0"/>
              </a:rPr>
              <a:t>Bali</a:t>
            </a:r>
            <a:endParaRPr lang="lb-LU" sz="3200" dirty="0">
              <a:latin typeface="Poppins" panose="00000500000000000000" pitchFamily="2" charset="0"/>
              <a:cs typeface="Poppins" panose="00000500000000000000" pitchFamily="2" charset="0"/>
            </a:endParaRPr>
          </a:p>
        </p:txBody>
      </p:sp>
      <p:sp>
        <p:nvSpPr>
          <p:cNvPr id="11" name="TextBox 10">
            <a:extLst>
              <a:ext uri="{FF2B5EF4-FFF2-40B4-BE49-F238E27FC236}">
                <a16:creationId xmlns:a16="http://schemas.microsoft.com/office/drawing/2014/main" id="{2C58F9F6-17D7-A9D4-8C95-BE77FF1A6640}"/>
              </a:ext>
            </a:extLst>
          </p:cNvPr>
          <p:cNvSpPr txBox="1"/>
          <p:nvPr/>
        </p:nvSpPr>
        <p:spPr>
          <a:xfrm>
            <a:off x="6562216" y="1566952"/>
            <a:ext cx="5327780" cy="2954655"/>
          </a:xfrm>
          <a:prstGeom prst="rect">
            <a:avLst/>
          </a:prstGeom>
          <a:noFill/>
        </p:spPr>
        <p:txBody>
          <a:bodyPr wrap="square" rtlCol="0">
            <a:spAutoFit/>
          </a:bodyPr>
          <a:lstStyle/>
          <a:p>
            <a:r>
              <a:rPr lang="en-US" sz="1400" b="0" i="0" dirty="0">
                <a:solidFill>
                  <a:srgbClr val="3B3B3B"/>
                </a:solidFill>
                <a:effectLst/>
                <a:latin typeface="Poppins" panose="00000500000000000000" pitchFamily="2" charset="0"/>
              </a:rPr>
              <a:t>History, culture and food with nature and beautiful beaches is a complete package for a perfect holiday destination. Bali is one of the most popular destinations these days amongst couples and families. Indonesia is itself an island country; therefore, the beaches here are out of the world. The beaches have a huge variety from the calm ones to the black volcanic ones in the city of Bali. Dry season of May to September is the preferred time for </a:t>
            </a:r>
            <a:r>
              <a:rPr lang="en-US" sz="1400" b="0" i="0" dirty="0" err="1">
                <a:solidFill>
                  <a:srgbClr val="3B3B3B"/>
                </a:solidFill>
                <a:effectLst/>
                <a:latin typeface="Poppins" panose="00000500000000000000" pitchFamily="2" charset="0"/>
              </a:rPr>
              <a:t>travellers</a:t>
            </a:r>
            <a:r>
              <a:rPr lang="en-US" sz="1400" b="0" i="0" dirty="0">
                <a:solidFill>
                  <a:srgbClr val="3B3B3B"/>
                </a:solidFill>
                <a:effectLst/>
                <a:latin typeface="Poppins" panose="00000500000000000000" pitchFamily="2" charset="0"/>
              </a:rPr>
              <a:t> due to low humidity.</a:t>
            </a:r>
          </a:p>
          <a:p>
            <a:endParaRPr lang="en-US" sz="1400" dirty="0">
              <a:solidFill>
                <a:srgbClr val="3B3B3B"/>
              </a:solidFill>
              <a:latin typeface="Poppins" panose="00000500000000000000" pitchFamily="2" charset="0"/>
            </a:endParaRPr>
          </a:p>
          <a:p>
            <a:endParaRPr lang="en-US" sz="1400" dirty="0">
              <a:solidFill>
                <a:srgbClr val="3B3B3B"/>
              </a:solidFill>
              <a:latin typeface="Poppins" panose="00000500000000000000" pitchFamily="2" charset="0"/>
            </a:endParaRPr>
          </a:p>
          <a:p>
            <a:endParaRPr lang="en-US" sz="1600" dirty="0">
              <a:solidFill>
                <a:srgbClr val="3B3B3B"/>
              </a:solidFill>
              <a:latin typeface="Poppins" panose="020B0502040204020203" pitchFamily="2" charset="0"/>
            </a:endParaRPr>
          </a:p>
          <a:p>
            <a:r>
              <a:rPr lang="en-US" sz="1600" u="sng" dirty="0">
                <a:solidFill>
                  <a:srgbClr val="3B3B3B"/>
                </a:solidFill>
                <a:latin typeface="Poppins" panose="020B0502040204020203" pitchFamily="2" charset="0"/>
              </a:rPr>
              <a:t>What to do:</a:t>
            </a:r>
          </a:p>
        </p:txBody>
      </p:sp>
      <p:pic>
        <p:nvPicPr>
          <p:cNvPr id="6146" name="Picture 2" descr="Bali, Indonesia">
            <a:extLst>
              <a:ext uri="{FF2B5EF4-FFF2-40B4-BE49-F238E27FC236}">
                <a16:creationId xmlns:a16="http://schemas.microsoft.com/office/drawing/2014/main" id="{E856303C-3CAB-140B-9AAE-3E7C611FEC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186689"/>
            <a:ext cx="4435325" cy="2966990"/>
          </a:xfrm>
          <a:prstGeom prst="rect">
            <a:avLst/>
          </a:prstGeom>
          <a:noFill/>
          <a:extLst>
            <a:ext uri="{909E8E84-426E-40DD-AFC4-6F175D3DCCD1}">
              <a14:hiddenFill xmlns:a14="http://schemas.microsoft.com/office/drawing/2010/main">
                <a:solidFill>
                  <a:srgbClr val="FFFFFF"/>
                </a:solidFill>
              </a14:hiddenFill>
            </a:ext>
          </a:extLst>
        </p:spPr>
      </p:pic>
      <p:grpSp>
        <p:nvGrpSpPr>
          <p:cNvPr id="12" name="Group 11">
            <a:extLst>
              <a:ext uri="{FF2B5EF4-FFF2-40B4-BE49-F238E27FC236}">
                <a16:creationId xmlns:a16="http://schemas.microsoft.com/office/drawing/2014/main" id="{BE7D2D95-4FC5-A75F-0DA6-9ACEC1D40E1D}"/>
              </a:ext>
            </a:extLst>
          </p:cNvPr>
          <p:cNvGrpSpPr/>
          <p:nvPr/>
        </p:nvGrpSpPr>
        <p:grpSpPr>
          <a:xfrm>
            <a:off x="0" y="-62218"/>
            <a:ext cx="12192000" cy="1454790"/>
            <a:chOff x="0" y="-62218"/>
            <a:chExt cx="12192000" cy="1454790"/>
          </a:xfrm>
        </p:grpSpPr>
        <p:sp>
          <p:nvSpPr>
            <p:cNvPr id="13" name="Rectangle 12">
              <a:extLst>
                <a:ext uri="{FF2B5EF4-FFF2-40B4-BE49-F238E27FC236}">
                  <a16:creationId xmlns:a16="http://schemas.microsoft.com/office/drawing/2014/main" id="{154321EC-9D7D-5A36-B73B-AD6975B690DF}"/>
                </a:ext>
              </a:extLst>
            </p:cNvPr>
            <p:cNvSpPr/>
            <p:nvPr/>
          </p:nvSpPr>
          <p:spPr>
            <a:xfrm>
              <a:off x="0" y="0"/>
              <a:ext cx="12192000" cy="1392572"/>
            </a:xfrm>
            <a:prstGeom prst="rect">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b-LU">
                <a:solidFill>
                  <a:schemeClr val="tx1"/>
                </a:solidFill>
              </a:endParaRPr>
            </a:p>
          </p:txBody>
        </p:sp>
        <p:sp>
          <p:nvSpPr>
            <p:cNvPr id="14" name="TextBox 13">
              <a:extLst>
                <a:ext uri="{FF2B5EF4-FFF2-40B4-BE49-F238E27FC236}">
                  <a16:creationId xmlns:a16="http://schemas.microsoft.com/office/drawing/2014/main" id="{3CDED4D9-04D2-6D52-FB57-E2F527F99ADF}"/>
                </a:ext>
              </a:extLst>
            </p:cNvPr>
            <p:cNvSpPr txBox="1"/>
            <p:nvPr/>
          </p:nvSpPr>
          <p:spPr>
            <a:xfrm>
              <a:off x="8783272" y="692092"/>
              <a:ext cx="3106723" cy="400110"/>
            </a:xfrm>
            <a:prstGeom prst="rect">
              <a:avLst/>
            </a:prstGeom>
            <a:noFill/>
          </p:spPr>
          <p:txBody>
            <a:bodyPr wrap="square" rtlCol="0">
              <a:spAutoFit/>
            </a:bodyPr>
            <a:lstStyle/>
            <a:p>
              <a:r>
                <a:rPr lang="de-LU" sz="2000" dirty="0">
                  <a:solidFill>
                    <a:schemeClr val="bg1"/>
                  </a:solidFill>
                  <a:latin typeface="Poppins" panose="00000500000000000000" pitchFamily="2" charset="0"/>
                  <a:cs typeface="Poppins" panose="00000500000000000000" pitchFamily="2" charset="0"/>
                </a:rPr>
                <a:t>Home	Cities	Beaches</a:t>
              </a:r>
              <a:endParaRPr lang="lb-LU" sz="2000" dirty="0">
                <a:solidFill>
                  <a:schemeClr val="bg1"/>
                </a:solidFill>
                <a:latin typeface="Poppins" panose="00000500000000000000" pitchFamily="2" charset="0"/>
                <a:cs typeface="Poppins" panose="00000500000000000000" pitchFamily="2" charset="0"/>
              </a:endParaRPr>
            </a:p>
          </p:txBody>
        </p:sp>
        <p:pic>
          <p:nvPicPr>
            <p:cNvPr id="15" name="Graphic 14" descr="A beach lounge chair">
              <a:extLst>
                <a:ext uri="{FF2B5EF4-FFF2-40B4-BE49-F238E27FC236}">
                  <a16:creationId xmlns:a16="http://schemas.microsoft.com/office/drawing/2014/main" id="{2E1597B4-8936-D25C-B91D-2B20B7F519B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02005" y="-62218"/>
              <a:ext cx="1426127" cy="1426127"/>
            </a:xfrm>
            <a:prstGeom prst="rect">
              <a:avLst/>
            </a:prstGeom>
          </p:spPr>
        </p:pic>
      </p:grpSp>
      <p:grpSp>
        <p:nvGrpSpPr>
          <p:cNvPr id="16" name="Group 15">
            <a:extLst>
              <a:ext uri="{FF2B5EF4-FFF2-40B4-BE49-F238E27FC236}">
                <a16:creationId xmlns:a16="http://schemas.microsoft.com/office/drawing/2014/main" id="{D425AC02-4069-C89F-7839-090868308C13}"/>
              </a:ext>
            </a:extLst>
          </p:cNvPr>
          <p:cNvGrpSpPr/>
          <p:nvPr/>
        </p:nvGrpSpPr>
        <p:grpSpPr>
          <a:xfrm>
            <a:off x="0" y="6090407"/>
            <a:ext cx="12474429" cy="767593"/>
            <a:chOff x="0" y="6090407"/>
            <a:chExt cx="12474429" cy="767593"/>
          </a:xfrm>
        </p:grpSpPr>
        <p:sp>
          <p:nvSpPr>
            <p:cNvPr id="17" name="Rectangle 16">
              <a:extLst>
                <a:ext uri="{FF2B5EF4-FFF2-40B4-BE49-F238E27FC236}">
                  <a16:creationId xmlns:a16="http://schemas.microsoft.com/office/drawing/2014/main" id="{2695D443-57DC-4EE9-3DEA-F4C25698664B}"/>
                </a:ext>
              </a:extLst>
            </p:cNvPr>
            <p:cNvSpPr/>
            <p:nvPr/>
          </p:nvSpPr>
          <p:spPr>
            <a:xfrm>
              <a:off x="0" y="6090407"/>
              <a:ext cx="12474429" cy="767593"/>
            </a:xfrm>
            <a:prstGeom prst="rect">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b-LU"/>
            </a:p>
          </p:txBody>
        </p:sp>
        <p:sp>
          <p:nvSpPr>
            <p:cNvPr id="18" name="TextBox 17">
              <a:extLst>
                <a:ext uri="{FF2B5EF4-FFF2-40B4-BE49-F238E27FC236}">
                  <a16:creationId xmlns:a16="http://schemas.microsoft.com/office/drawing/2014/main" id="{9555A151-D4AD-9BB9-8BFD-7E862D572FD5}"/>
                </a:ext>
              </a:extLst>
            </p:cNvPr>
            <p:cNvSpPr txBox="1"/>
            <p:nvPr/>
          </p:nvSpPr>
          <p:spPr>
            <a:xfrm>
              <a:off x="9054515" y="6320314"/>
              <a:ext cx="2835480" cy="307777"/>
            </a:xfrm>
            <a:prstGeom prst="rect">
              <a:avLst/>
            </a:prstGeom>
            <a:noFill/>
          </p:spPr>
          <p:txBody>
            <a:bodyPr wrap="square" rtlCol="0">
              <a:spAutoFit/>
            </a:bodyPr>
            <a:lstStyle/>
            <a:p>
              <a:r>
                <a:rPr lang="de-LU" sz="1400" u="sng" dirty="0">
                  <a:solidFill>
                    <a:schemeClr val="bg1"/>
                  </a:solidFill>
                </a:rPr>
                <a:t>Dvoinishnikov Mikhail 4TPIFI1 HTSTA</a:t>
              </a:r>
              <a:endParaRPr lang="lb-LU" u="sng" dirty="0">
                <a:solidFill>
                  <a:schemeClr val="bg1"/>
                </a:solidFill>
              </a:endParaRPr>
            </a:p>
          </p:txBody>
        </p:sp>
      </p:grpSp>
      <p:grpSp>
        <p:nvGrpSpPr>
          <p:cNvPr id="2" name="Group 1">
            <a:extLst>
              <a:ext uri="{FF2B5EF4-FFF2-40B4-BE49-F238E27FC236}">
                <a16:creationId xmlns:a16="http://schemas.microsoft.com/office/drawing/2014/main" id="{60B6AF2E-EABF-54A6-40B5-E1B943F3225F}"/>
              </a:ext>
            </a:extLst>
          </p:cNvPr>
          <p:cNvGrpSpPr/>
          <p:nvPr/>
        </p:nvGrpSpPr>
        <p:grpSpPr>
          <a:xfrm>
            <a:off x="6654801" y="4463584"/>
            <a:ext cx="5235194" cy="1158459"/>
            <a:chOff x="6562216" y="4532268"/>
            <a:chExt cx="5327778" cy="1158459"/>
          </a:xfrm>
        </p:grpSpPr>
        <p:sp>
          <p:nvSpPr>
            <p:cNvPr id="3" name="Rectangle 2">
              <a:extLst>
                <a:ext uri="{FF2B5EF4-FFF2-40B4-BE49-F238E27FC236}">
                  <a16:creationId xmlns:a16="http://schemas.microsoft.com/office/drawing/2014/main" id="{54A53254-2031-4D38-2251-3116791CD766}"/>
                </a:ext>
              </a:extLst>
            </p:cNvPr>
            <p:cNvSpPr/>
            <p:nvPr/>
          </p:nvSpPr>
          <p:spPr>
            <a:xfrm>
              <a:off x="6562217" y="4538131"/>
              <a:ext cx="5327777" cy="369331"/>
            </a:xfrm>
            <a:prstGeom prst="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b-LU" dirty="0">
                <a:highlight>
                  <a:srgbClr val="C0C0C0"/>
                </a:highlight>
              </a:endParaRPr>
            </a:p>
          </p:txBody>
        </p:sp>
        <p:sp>
          <p:nvSpPr>
            <p:cNvPr id="4" name="Rectangle 3">
              <a:extLst>
                <a:ext uri="{FF2B5EF4-FFF2-40B4-BE49-F238E27FC236}">
                  <a16:creationId xmlns:a16="http://schemas.microsoft.com/office/drawing/2014/main" id="{C36594F8-E6DC-EE76-DA0C-D84F55B4C141}"/>
                </a:ext>
              </a:extLst>
            </p:cNvPr>
            <p:cNvSpPr/>
            <p:nvPr/>
          </p:nvSpPr>
          <p:spPr>
            <a:xfrm>
              <a:off x="6563228" y="4924457"/>
              <a:ext cx="5326766" cy="369332"/>
            </a:xfrm>
            <a:prstGeom prst="rect">
              <a:avLst/>
            </a:prstGeom>
            <a:solidFill>
              <a:schemeClr val="bg1">
                <a:lumMod val="6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b-LU"/>
            </a:p>
          </p:txBody>
        </p:sp>
        <p:sp>
          <p:nvSpPr>
            <p:cNvPr id="5" name="Rectangle 4">
              <a:extLst>
                <a:ext uri="{FF2B5EF4-FFF2-40B4-BE49-F238E27FC236}">
                  <a16:creationId xmlns:a16="http://schemas.microsoft.com/office/drawing/2014/main" id="{76BAB153-FBDC-F4AF-23C6-BF8E390BFDE8}"/>
                </a:ext>
              </a:extLst>
            </p:cNvPr>
            <p:cNvSpPr/>
            <p:nvPr/>
          </p:nvSpPr>
          <p:spPr>
            <a:xfrm>
              <a:off x="6562218" y="5310784"/>
              <a:ext cx="5326766" cy="369332"/>
            </a:xfrm>
            <a:prstGeom prst="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b-LU"/>
            </a:p>
          </p:txBody>
        </p:sp>
        <p:sp>
          <p:nvSpPr>
            <p:cNvPr id="6" name="TextBox 5">
              <a:extLst>
                <a:ext uri="{FF2B5EF4-FFF2-40B4-BE49-F238E27FC236}">
                  <a16:creationId xmlns:a16="http://schemas.microsoft.com/office/drawing/2014/main" id="{BC91C830-767F-7686-EE50-3F473B3EA19C}"/>
                </a:ext>
              </a:extLst>
            </p:cNvPr>
            <p:cNvSpPr txBox="1"/>
            <p:nvPr/>
          </p:nvSpPr>
          <p:spPr>
            <a:xfrm>
              <a:off x="6562218" y="4532268"/>
              <a:ext cx="5327776" cy="369332"/>
            </a:xfrm>
            <a:prstGeom prst="rect">
              <a:avLst/>
            </a:prstGeom>
            <a:noFill/>
            <a:ln>
              <a:solidFill>
                <a:schemeClr val="bg1"/>
              </a:solidFill>
            </a:ln>
          </p:spPr>
          <p:txBody>
            <a:bodyPr wrap="square" rtlCol="0">
              <a:spAutoFit/>
            </a:bodyPr>
            <a:lstStyle/>
            <a:p>
              <a:r>
                <a:rPr lang="de-LU" dirty="0"/>
                <a:t>Mountains</a:t>
              </a:r>
              <a:endParaRPr lang="lb-LU" dirty="0"/>
            </a:p>
          </p:txBody>
        </p:sp>
        <p:sp>
          <p:nvSpPr>
            <p:cNvPr id="7" name="TextBox 6">
              <a:extLst>
                <a:ext uri="{FF2B5EF4-FFF2-40B4-BE49-F238E27FC236}">
                  <a16:creationId xmlns:a16="http://schemas.microsoft.com/office/drawing/2014/main" id="{AF9C2EBA-44D2-AE8A-A25C-0C50D857905B}"/>
                </a:ext>
              </a:extLst>
            </p:cNvPr>
            <p:cNvSpPr txBox="1"/>
            <p:nvPr/>
          </p:nvSpPr>
          <p:spPr>
            <a:xfrm>
              <a:off x="6562217" y="4924457"/>
              <a:ext cx="5326765" cy="369332"/>
            </a:xfrm>
            <a:prstGeom prst="rect">
              <a:avLst/>
            </a:prstGeom>
            <a:noFill/>
            <a:ln>
              <a:solidFill>
                <a:schemeClr val="bg1"/>
              </a:solidFill>
            </a:ln>
          </p:spPr>
          <p:txBody>
            <a:bodyPr wrap="square" rtlCol="0">
              <a:spAutoFit/>
            </a:bodyPr>
            <a:lstStyle/>
            <a:p>
              <a:r>
                <a:rPr lang="de-LU" dirty="0"/>
                <a:t>Food</a:t>
              </a:r>
              <a:endParaRPr lang="lb-LU" dirty="0"/>
            </a:p>
          </p:txBody>
        </p:sp>
        <p:sp>
          <p:nvSpPr>
            <p:cNvPr id="8" name="TextBox 7">
              <a:extLst>
                <a:ext uri="{FF2B5EF4-FFF2-40B4-BE49-F238E27FC236}">
                  <a16:creationId xmlns:a16="http://schemas.microsoft.com/office/drawing/2014/main" id="{498EAF9A-A9B9-BD6D-93A9-657ABECC1642}"/>
                </a:ext>
              </a:extLst>
            </p:cNvPr>
            <p:cNvSpPr txBox="1"/>
            <p:nvPr/>
          </p:nvSpPr>
          <p:spPr>
            <a:xfrm>
              <a:off x="6562216" y="5321395"/>
              <a:ext cx="5326766" cy="369332"/>
            </a:xfrm>
            <a:prstGeom prst="rect">
              <a:avLst/>
            </a:prstGeom>
            <a:noFill/>
            <a:ln>
              <a:solidFill>
                <a:schemeClr val="bg1"/>
              </a:solidFill>
            </a:ln>
          </p:spPr>
          <p:txBody>
            <a:bodyPr wrap="square" rtlCol="0">
              <a:spAutoFit/>
            </a:bodyPr>
            <a:lstStyle/>
            <a:p>
              <a:r>
                <a:rPr lang="de-LU" dirty="0"/>
                <a:t>Surfing</a:t>
              </a:r>
              <a:endParaRPr lang="lb-LU" dirty="0"/>
            </a:p>
          </p:txBody>
        </p:sp>
      </p:grpSp>
    </p:spTree>
    <p:extLst>
      <p:ext uri="{BB962C8B-B14F-4D97-AF65-F5344CB8AC3E}">
        <p14:creationId xmlns:p14="http://schemas.microsoft.com/office/powerpoint/2010/main" val="27909675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BCD7798-2ACC-5D57-EBFE-B648B7EB48F3}"/>
              </a:ext>
            </a:extLst>
          </p:cNvPr>
          <p:cNvSpPr txBox="1"/>
          <p:nvPr/>
        </p:nvSpPr>
        <p:spPr>
          <a:xfrm>
            <a:off x="989901" y="4647501"/>
            <a:ext cx="2799127" cy="369332"/>
          </a:xfrm>
          <a:prstGeom prst="rect">
            <a:avLst/>
          </a:prstGeom>
          <a:noFill/>
        </p:spPr>
        <p:txBody>
          <a:bodyPr wrap="square" rtlCol="0">
            <a:spAutoFit/>
          </a:bodyPr>
          <a:lstStyle/>
          <a:p>
            <a:pPr algn="ctr"/>
            <a:r>
              <a:rPr lang="de-LU" dirty="0">
                <a:latin typeface="Poppins" panose="00000500000000000000" pitchFamily="2" charset="0"/>
                <a:cs typeface="Poppins" panose="00000500000000000000" pitchFamily="2" charset="0"/>
              </a:rPr>
              <a:t>Fiji </a:t>
            </a:r>
            <a:endParaRPr lang="lb-LU" dirty="0">
              <a:latin typeface="Poppins" panose="00000500000000000000" pitchFamily="2" charset="0"/>
              <a:cs typeface="Poppins" panose="00000500000000000000" pitchFamily="2" charset="0"/>
            </a:endParaRPr>
          </a:p>
        </p:txBody>
      </p:sp>
      <p:sp>
        <p:nvSpPr>
          <p:cNvPr id="10" name="TextBox 9">
            <a:extLst>
              <a:ext uri="{FF2B5EF4-FFF2-40B4-BE49-F238E27FC236}">
                <a16:creationId xmlns:a16="http://schemas.microsoft.com/office/drawing/2014/main" id="{67AB05D3-E47B-D123-3556-68565236EFE5}"/>
              </a:ext>
            </a:extLst>
          </p:cNvPr>
          <p:cNvSpPr txBox="1"/>
          <p:nvPr/>
        </p:nvSpPr>
        <p:spPr>
          <a:xfrm>
            <a:off x="4739450" y="4647500"/>
            <a:ext cx="2799127" cy="646331"/>
          </a:xfrm>
          <a:prstGeom prst="rect">
            <a:avLst/>
          </a:prstGeom>
          <a:noFill/>
        </p:spPr>
        <p:txBody>
          <a:bodyPr wrap="square" rtlCol="0">
            <a:spAutoFit/>
          </a:bodyPr>
          <a:lstStyle/>
          <a:p>
            <a:pPr algn="ctr"/>
            <a:r>
              <a:rPr lang="de-LU" dirty="0">
                <a:latin typeface="Poppins" panose="00000500000000000000" pitchFamily="2" charset="0"/>
                <a:cs typeface="Poppins" panose="00000500000000000000" pitchFamily="2" charset="0"/>
              </a:rPr>
              <a:t>Turks &amp; Caicos, British overseas territories</a:t>
            </a:r>
            <a:endParaRPr lang="lb-LU" dirty="0">
              <a:latin typeface="Poppins" panose="00000500000000000000" pitchFamily="2" charset="0"/>
              <a:cs typeface="Poppins" panose="00000500000000000000" pitchFamily="2" charset="0"/>
            </a:endParaRPr>
          </a:p>
        </p:txBody>
      </p:sp>
      <p:sp>
        <p:nvSpPr>
          <p:cNvPr id="11" name="TextBox 10">
            <a:extLst>
              <a:ext uri="{FF2B5EF4-FFF2-40B4-BE49-F238E27FC236}">
                <a16:creationId xmlns:a16="http://schemas.microsoft.com/office/drawing/2014/main" id="{ABF85CDF-AAAB-65C0-D9AD-0F60E2ED5F77}"/>
              </a:ext>
            </a:extLst>
          </p:cNvPr>
          <p:cNvSpPr txBox="1"/>
          <p:nvPr/>
        </p:nvSpPr>
        <p:spPr>
          <a:xfrm>
            <a:off x="8402974" y="4647500"/>
            <a:ext cx="2799127" cy="369332"/>
          </a:xfrm>
          <a:prstGeom prst="rect">
            <a:avLst/>
          </a:prstGeom>
          <a:noFill/>
        </p:spPr>
        <p:txBody>
          <a:bodyPr wrap="square" rtlCol="0">
            <a:spAutoFit/>
          </a:bodyPr>
          <a:lstStyle/>
          <a:p>
            <a:pPr algn="ctr"/>
            <a:r>
              <a:rPr lang="de-LU" dirty="0">
                <a:latin typeface="Poppins" panose="00000500000000000000" pitchFamily="2" charset="0"/>
                <a:cs typeface="Poppins" panose="00000500000000000000" pitchFamily="2" charset="0"/>
              </a:rPr>
              <a:t>Bahamas</a:t>
            </a:r>
            <a:endParaRPr lang="lb-LU" dirty="0">
              <a:latin typeface="Poppins" panose="00000500000000000000" pitchFamily="2" charset="0"/>
              <a:cs typeface="Poppins" panose="00000500000000000000" pitchFamily="2" charset="0"/>
            </a:endParaRPr>
          </a:p>
        </p:txBody>
      </p:sp>
      <p:pic>
        <p:nvPicPr>
          <p:cNvPr id="7174" name="Picture 6">
            <a:extLst>
              <a:ext uri="{FF2B5EF4-FFF2-40B4-BE49-F238E27FC236}">
                <a16:creationId xmlns:a16="http://schemas.microsoft.com/office/drawing/2014/main" id="{8859EAD6-3149-C58D-9399-BCC38A6297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9900" y="2502712"/>
            <a:ext cx="2808056" cy="1870418"/>
          </a:xfrm>
          <a:prstGeom prst="rect">
            <a:avLst/>
          </a:prstGeom>
          <a:noFill/>
          <a:extLst>
            <a:ext uri="{909E8E84-426E-40DD-AFC4-6F175D3DCCD1}">
              <a14:hiddenFill xmlns:a14="http://schemas.microsoft.com/office/drawing/2010/main">
                <a:solidFill>
                  <a:srgbClr val="FFFFFF"/>
                </a:solidFill>
              </a14:hiddenFill>
            </a:ext>
          </a:extLst>
        </p:spPr>
      </p:pic>
      <p:pic>
        <p:nvPicPr>
          <p:cNvPr id="7176" name="Picture 8">
            <a:extLst>
              <a:ext uri="{FF2B5EF4-FFF2-40B4-BE49-F238E27FC236}">
                <a16:creationId xmlns:a16="http://schemas.microsoft.com/office/drawing/2014/main" id="{813F4B9E-0318-9908-2868-9479B16490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3423" y="2494081"/>
            <a:ext cx="2885154" cy="1879049"/>
          </a:xfrm>
          <a:prstGeom prst="rect">
            <a:avLst/>
          </a:prstGeom>
          <a:noFill/>
          <a:extLst>
            <a:ext uri="{909E8E84-426E-40DD-AFC4-6F175D3DCCD1}">
              <a14:hiddenFill xmlns:a14="http://schemas.microsoft.com/office/drawing/2010/main">
                <a:solidFill>
                  <a:srgbClr val="FFFFFF"/>
                </a:solidFill>
              </a14:hiddenFill>
            </a:ext>
          </a:extLst>
        </p:spPr>
      </p:pic>
      <p:pic>
        <p:nvPicPr>
          <p:cNvPr id="7180" name="Picture 12">
            <a:extLst>
              <a:ext uri="{FF2B5EF4-FFF2-40B4-BE49-F238E27FC236}">
                <a16:creationId xmlns:a16="http://schemas.microsoft.com/office/drawing/2014/main" id="{4BA0FCA7-B4E0-19E6-0D0A-56FFB1185E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94044" y="2445752"/>
            <a:ext cx="2885154" cy="1927378"/>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oup 1">
            <a:extLst>
              <a:ext uri="{FF2B5EF4-FFF2-40B4-BE49-F238E27FC236}">
                <a16:creationId xmlns:a16="http://schemas.microsoft.com/office/drawing/2014/main" id="{43F038DD-DF13-60BF-B791-D5292E334ADB}"/>
              </a:ext>
            </a:extLst>
          </p:cNvPr>
          <p:cNvGrpSpPr/>
          <p:nvPr/>
        </p:nvGrpSpPr>
        <p:grpSpPr>
          <a:xfrm>
            <a:off x="0" y="-62218"/>
            <a:ext cx="12192000" cy="1454790"/>
            <a:chOff x="0" y="-62218"/>
            <a:chExt cx="12192000" cy="1454790"/>
          </a:xfrm>
        </p:grpSpPr>
        <p:sp>
          <p:nvSpPr>
            <p:cNvPr id="8" name="Rectangle 7">
              <a:extLst>
                <a:ext uri="{FF2B5EF4-FFF2-40B4-BE49-F238E27FC236}">
                  <a16:creationId xmlns:a16="http://schemas.microsoft.com/office/drawing/2014/main" id="{F7C39D53-5104-9856-B2ED-59A0135DDD1F}"/>
                </a:ext>
              </a:extLst>
            </p:cNvPr>
            <p:cNvSpPr/>
            <p:nvPr/>
          </p:nvSpPr>
          <p:spPr>
            <a:xfrm>
              <a:off x="0" y="0"/>
              <a:ext cx="12192000" cy="1392572"/>
            </a:xfrm>
            <a:prstGeom prst="rect">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b-LU">
                <a:solidFill>
                  <a:schemeClr val="tx1"/>
                </a:solidFill>
              </a:endParaRPr>
            </a:p>
          </p:txBody>
        </p:sp>
        <p:sp>
          <p:nvSpPr>
            <p:cNvPr id="12" name="TextBox 11">
              <a:extLst>
                <a:ext uri="{FF2B5EF4-FFF2-40B4-BE49-F238E27FC236}">
                  <a16:creationId xmlns:a16="http://schemas.microsoft.com/office/drawing/2014/main" id="{6CEDEE07-5198-7860-2FBD-2F56D0E2DB52}"/>
                </a:ext>
              </a:extLst>
            </p:cNvPr>
            <p:cNvSpPr txBox="1"/>
            <p:nvPr/>
          </p:nvSpPr>
          <p:spPr>
            <a:xfrm>
              <a:off x="8783272" y="692092"/>
              <a:ext cx="3106723" cy="400110"/>
            </a:xfrm>
            <a:prstGeom prst="rect">
              <a:avLst/>
            </a:prstGeom>
            <a:noFill/>
          </p:spPr>
          <p:txBody>
            <a:bodyPr wrap="square" rtlCol="0">
              <a:spAutoFit/>
            </a:bodyPr>
            <a:lstStyle/>
            <a:p>
              <a:r>
                <a:rPr lang="de-LU" sz="2000" dirty="0">
                  <a:solidFill>
                    <a:schemeClr val="bg1"/>
                  </a:solidFill>
                  <a:latin typeface="Poppins" panose="00000500000000000000" pitchFamily="2" charset="0"/>
                  <a:cs typeface="Poppins" panose="00000500000000000000" pitchFamily="2" charset="0"/>
                </a:rPr>
                <a:t>Home	Cities	</a:t>
              </a:r>
              <a:r>
                <a:rPr lang="de-LU" sz="2000" dirty="0">
                  <a:solidFill>
                    <a:srgbClr val="FFC000"/>
                  </a:solidFill>
                  <a:latin typeface="Poppins" panose="00000500000000000000" pitchFamily="2" charset="0"/>
                  <a:cs typeface="Poppins" panose="00000500000000000000" pitchFamily="2" charset="0"/>
                </a:rPr>
                <a:t>Beaches</a:t>
              </a:r>
              <a:endParaRPr lang="lb-LU" sz="2000" dirty="0">
                <a:solidFill>
                  <a:srgbClr val="FFC000"/>
                </a:solidFill>
                <a:latin typeface="Poppins" panose="00000500000000000000" pitchFamily="2" charset="0"/>
                <a:cs typeface="Poppins" panose="00000500000000000000" pitchFamily="2" charset="0"/>
              </a:endParaRPr>
            </a:p>
          </p:txBody>
        </p:sp>
        <p:pic>
          <p:nvPicPr>
            <p:cNvPr id="13" name="Graphic 12" descr="A beach lounge chair">
              <a:extLst>
                <a:ext uri="{FF2B5EF4-FFF2-40B4-BE49-F238E27FC236}">
                  <a16:creationId xmlns:a16="http://schemas.microsoft.com/office/drawing/2014/main" id="{89AEFEA7-EE7A-F623-E7DD-85924DB998B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02005" y="-62218"/>
              <a:ext cx="1426127" cy="1426127"/>
            </a:xfrm>
            <a:prstGeom prst="rect">
              <a:avLst/>
            </a:prstGeom>
          </p:spPr>
        </p:pic>
      </p:grpSp>
      <p:grpSp>
        <p:nvGrpSpPr>
          <p:cNvPr id="14" name="Group 13">
            <a:extLst>
              <a:ext uri="{FF2B5EF4-FFF2-40B4-BE49-F238E27FC236}">
                <a16:creationId xmlns:a16="http://schemas.microsoft.com/office/drawing/2014/main" id="{08D9DB41-2D59-B0B1-5431-C2D90AE0CFAC}"/>
              </a:ext>
            </a:extLst>
          </p:cNvPr>
          <p:cNvGrpSpPr/>
          <p:nvPr/>
        </p:nvGrpSpPr>
        <p:grpSpPr>
          <a:xfrm>
            <a:off x="0" y="6090407"/>
            <a:ext cx="12474429" cy="767593"/>
            <a:chOff x="0" y="6090407"/>
            <a:chExt cx="12474429" cy="767593"/>
          </a:xfrm>
        </p:grpSpPr>
        <p:sp>
          <p:nvSpPr>
            <p:cNvPr id="15" name="Rectangle 14">
              <a:extLst>
                <a:ext uri="{FF2B5EF4-FFF2-40B4-BE49-F238E27FC236}">
                  <a16:creationId xmlns:a16="http://schemas.microsoft.com/office/drawing/2014/main" id="{220EDE7F-451F-4968-8640-2E5E44032A3C}"/>
                </a:ext>
              </a:extLst>
            </p:cNvPr>
            <p:cNvSpPr/>
            <p:nvPr/>
          </p:nvSpPr>
          <p:spPr>
            <a:xfrm>
              <a:off x="0" y="6090407"/>
              <a:ext cx="12474429" cy="767593"/>
            </a:xfrm>
            <a:prstGeom prst="rect">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b-LU"/>
            </a:p>
          </p:txBody>
        </p:sp>
        <p:sp>
          <p:nvSpPr>
            <p:cNvPr id="16" name="TextBox 15">
              <a:extLst>
                <a:ext uri="{FF2B5EF4-FFF2-40B4-BE49-F238E27FC236}">
                  <a16:creationId xmlns:a16="http://schemas.microsoft.com/office/drawing/2014/main" id="{F9312062-B3E9-B851-0C98-E6DA1F541961}"/>
                </a:ext>
              </a:extLst>
            </p:cNvPr>
            <p:cNvSpPr txBox="1"/>
            <p:nvPr/>
          </p:nvSpPr>
          <p:spPr>
            <a:xfrm>
              <a:off x="9054515" y="6320314"/>
              <a:ext cx="2835480" cy="307777"/>
            </a:xfrm>
            <a:prstGeom prst="rect">
              <a:avLst/>
            </a:prstGeom>
            <a:noFill/>
          </p:spPr>
          <p:txBody>
            <a:bodyPr wrap="square" rtlCol="0">
              <a:spAutoFit/>
            </a:bodyPr>
            <a:lstStyle/>
            <a:p>
              <a:r>
                <a:rPr lang="de-LU" sz="1400" u="sng" dirty="0">
                  <a:solidFill>
                    <a:schemeClr val="bg1"/>
                  </a:solidFill>
                </a:rPr>
                <a:t>Dvoinishnikov Mikhail 4TPIFI1 HTSTA</a:t>
              </a:r>
              <a:endParaRPr lang="lb-LU" u="sng" dirty="0">
                <a:solidFill>
                  <a:schemeClr val="bg1"/>
                </a:solidFill>
              </a:endParaRPr>
            </a:p>
          </p:txBody>
        </p:sp>
      </p:grpSp>
    </p:spTree>
    <p:extLst>
      <p:ext uri="{BB962C8B-B14F-4D97-AF65-F5344CB8AC3E}">
        <p14:creationId xmlns:p14="http://schemas.microsoft.com/office/powerpoint/2010/main" val="17957964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BBE7FBC-5B8F-629F-3F49-37DDA9402314}"/>
              </a:ext>
            </a:extLst>
          </p:cNvPr>
          <p:cNvSpPr>
            <a:spLocks noGrp="1"/>
          </p:cNvSpPr>
          <p:nvPr>
            <p:ph type="title"/>
          </p:nvPr>
        </p:nvSpPr>
        <p:spPr>
          <a:xfrm>
            <a:off x="838200" y="1419095"/>
            <a:ext cx="4516764" cy="767593"/>
          </a:xfrm>
        </p:spPr>
        <p:txBody>
          <a:bodyPr>
            <a:normAutofit/>
          </a:bodyPr>
          <a:lstStyle/>
          <a:p>
            <a:r>
              <a:rPr lang="de-LU" sz="3200" dirty="0">
                <a:latin typeface="Poppins" panose="00000500000000000000" pitchFamily="2" charset="0"/>
                <a:cs typeface="Poppins" panose="00000500000000000000" pitchFamily="2" charset="0"/>
              </a:rPr>
              <a:t>Fiji</a:t>
            </a:r>
            <a:endParaRPr lang="lb-LU" sz="3200" dirty="0">
              <a:latin typeface="Poppins" panose="00000500000000000000" pitchFamily="2" charset="0"/>
              <a:cs typeface="Poppins" panose="00000500000000000000" pitchFamily="2" charset="0"/>
            </a:endParaRPr>
          </a:p>
        </p:txBody>
      </p:sp>
      <p:sp>
        <p:nvSpPr>
          <p:cNvPr id="11" name="TextBox 10">
            <a:extLst>
              <a:ext uri="{FF2B5EF4-FFF2-40B4-BE49-F238E27FC236}">
                <a16:creationId xmlns:a16="http://schemas.microsoft.com/office/drawing/2014/main" id="{2C58F9F6-17D7-A9D4-8C95-BE77FF1A6640}"/>
              </a:ext>
            </a:extLst>
          </p:cNvPr>
          <p:cNvSpPr txBox="1"/>
          <p:nvPr/>
        </p:nvSpPr>
        <p:spPr>
          <a:xfrm>
            <a:off x="6562216" y="1566952"/>
            <a:ext cx="5327780" cy="2739211"/>
          </a:xfrm>
          <a:prstGeom prst="rect">
            <a:avLst/>
          </a:prstGeom>
          <a:noFill/>
        </p:spPr>
        <p:txBody>
          <a:bodyPr wrap="square" rtlCol="0">
            <a:spAutoFit/>
          </a:bodyPr>
          <a:lstStyle/>
          <a:p>
            <a:r>
              <a:rPr lang="en-US" sz="1400" b="0" i="0" dirty="0">
                <a:solidFill>
                  <a:srgbClr val="3B3B3B"/>
                </a:solidFill>
                <a:effectLst/>
                <a:latin typeface="Poppins" panose="020B0502040204020203" pitchFamily="2" charset="0"/>
              </a:rPr>
              <a:t>With its turquoise waters, glittering sands and luxe resorts, Fiji is similar to many other tropical getaways. Likewise, the set of 333 islands caters to lovebirds of all kinds. Plus, adventure-seekers, like surfers and divers, appreciate the archipelago’s quality waves and coral reefs. Since it's more than 1,300 miles from New Zealand's North Island in the South Pacific Ocean, Fiji affords you the delectable feeling of seclusion. Fijian customs will make you feel a million miles away too: Ever tasted the dizzying kava drink? If not, it's about time you did.</a:t>
            </a:r>
            <a:endParaRPr lang="en-US" sz="1600" dirty="0">
              <a:solidFill>
                <a:srgbClr val="3B3B3B"/>
              </a:solidFill>
              <a:latin typeface="Poppins" panose="020B0502040204020203" pitchFamily="2" charset="0"/>
            </a:endParaRPr>
          </a:p>
          <a:p>
            <a:endParaRPr lang="en-US" sz="1600" dirty="0">
              <a:solidFill>
                <a:srgbClr val="3B3B3B"/>
              </a:solidFill>
              <a:latin typeface="Poppins" panose="020B0502040204020203" pitchFamily="2" charset="0"/>
            </a:endParaRPr>
          </a:p>
          <a:p>
            <a:r>
              <a:rPr lang="en-US" sz="1600" u="sng" dirty="0">
                <a:solidFill>
                  <a:srgbClr val="3B3B3B"/>
                </a:solidFill>
                <a:latin typeface="Poppins" panose="020B0502040204020203" pitchFamily="2" charset="0"/>
              </a:rPr>
              <a:t>What to do:</a:t>
            </a:r>
          </a:p>
        </p:txBody>
      </p:sp>
      <p:pic>
        <p:nvPicPr>
          <p:cNvPr id="8194" name="Picture 2">
            <a:extLst>
              <a:ext uri="{FF2B5EF4-FFF2-40B4-BE49-F238E27FC236}">
                <a16:creationId xmlns:a16="http://schemas.microsoft.com/office/drawing/2014/main" id="{951CD0F7-57D8-D8BC-C784-FA8AB0B3FB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186688"/>
            <a:ext cx="4516764" cy="3008571"/>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2">
            <a:extLst>
              <a:ext uri="{FF2B5EF4-FFF2-40B4-BE49-F238E27FC236}">
                <a16:creationId xmlns:a16="http://schemas.microsoft.com/office/drawing/2014/main" id="{19192154-EBD9-007B-F618-77020AC81D31}"/>
              </a:ext>
            </a:extLst>
          </p:cNvPr>
          <p:cNvGrpSpPr/>
          <p:nvPr/>
        </p:nvGrpSpPr>
        <p:grpSpPr>
          <a:xfrm>
            <a:off x="0" y="-62218"/>
            <a:ext cx="12192000" cy="1454790"/>
            <a:chOff x="0" y="-62218"/>
            <a:chExt cx="12192000" cy="1454790"/>
          </a:xfrm>
        </p:grpSpPr>
        <p:sp>
          <p:nvSpPr>
            <p:cNvPr id="8" name="Rectangle 7">
              <a:extLst>
                <a:ext uri="{FF2B5EF4-FFF2-40B4-BE49-F238E27FC236}">
                  <a16:creationId xmlns:a16="http://schemas.microsoft.com/office/drawing/2014/main" id="{2772CE0B-D4C8-43BF-B373-9C92315CE1CB}"/>
                </a:ext>
              </a:extLst>
            </p:cNvPr>
            <p:cNvSpPr/>
            <p:nvPr/>
          </p:nvSpPr>
          <p:spPr>
            <a:xfrm>
              <a:off x="0" y="0"/>
              <a:ext cx="12192000" cy="1392572"/>
            </a:xfrm>
            <a:prstGeom prst="rect">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b-LU">
                <a:solidFill>
                  <a:schemeClr val="tx1"/>
                </a:solidFill>
              </a:endParaRPr>
            </a:p>
          </p:txBody>
        </p:sp>
        <p:sp>
          <p:nvSpPr>
            <p:cNvPr id="10" name="TextBox 9">
              <a:extLst>
                <a:ext uri="{FF2B5EF4-FFF2-40B4-BE49-F238E27FC236}">
                  <a16:creationId xmlns:a16="http://schemas.microsoft.com/office/drawing/2014/main" id="{BA4A5535-EA45-1F97-A699-9E6F54F85687}"/>
                </a:ext>
              </a:extLst>
            </p:cNvPr>
            <p:cNvSpPr txBox="1"/>
            <p:nvPr/>
          </p:nvSpPr>
          <p:spPr>
            <a:xfrm>
              <a:off x="8783272" y="692092"/>
              <a:ext cx="3106723" cy="400110"/>
            </a:xfrm>
            <a:prstGeom prst="rect">
              <a:avLst/>
            </a:prstGeom>
            <a:noFill/>
          </p:spPr>
          <p:txBody>
            <a:bodyPr wrap="square" rtlCol="0">
              <a:spAutoFit/>
            </a:bodyPr>
            <a:lstStyle/>
            <a:p>
              <a:r>
                <a:rPr lang="de-LU" sz="2000" dirty="0">
                  <a:solidFill>
                    <a:schemeClr val="bg1"/>
                  </a:solidFill>
                  <a:latin typeface="Poppins" panose="00000500000000000000" pitchFamily="2" charset="0"/>
                  <a:cs typeface="Poppins" panose="00000500000000000000" pitchFamily="2" charset="0"/>
                </a:rPr>
                <a:t>Home	Cities	Beaches</a:t>
              </a:r>
              <a:endParaRPr lang="lb-LU" sz="2000" dirty="0">
                <a:solidFill>
                  <a:schemeClr val="bg1"/>
                </a:solidFill>
                <a:latin typeface="Poppins" panose="00000500000000000000" pitchFamily="2" charset="0"/>
                <a:cs typeface="Poppins" panose="00000500000000000000" pitchFamily="2" charset="0"/>
              </a:endParaRPr>
            </a:p>
          </p:txBody>
        </p:sp>
        <p:pic>
          <p:nvPicPr>
            <p:cNvPr id="12" name="Graphic 11" descr="A beach lounge chair">
              <a:extLst>
                <a:ext uri="{FF2B5EF4-FFF2-40B4-BE49-F238E27FC236}">
                  <a16:creationId xmlns:a16="http://schemas.microsoft.com/office/drawing/2014/main" id="{C0FC03AB-5B92-F927-95A6-1BC641AB59A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02005" y="-62218"/>
              <a:ext cx="1426127" cy="1426127"/>
            </a:xfrm>
            <a:prstGeom prst="rect">
              <a:avLst/>
            </a:prstGeom>
          </p:spPr>
        </p:pic>
      </p:grpSp>
      <p:grpSp>
        <p:nvGrpSpPr>
          <p:cNvPr id="16" name="Group 15">
            <a:extLst>
              <a:ext uri="{FF2B5EF4-FFF2-40B4-BE49-F238E27FC236}">
                <a16:creationId xmlns:a16="http://schemas.microsoft.com/office/drawing/2014/main" id="{2EF15287-0C86-6278-8DEF-CA119C410451}"/>
              </a:ext>
            </a:extLst>
          </p:cNvPr>
          <p:cNvGrpSpPr/>
          <p:nvPr/>
        </p:nvGrpSpPr>
        <p:grpSpPr>
          <a:xfrm>
            <a:off x="0" y="6090407"/>
            <a:ext cx="12474429" cy="767593"/>
            <a:chOff x="0" y="6090407"/>
            <a:chExt cx="12474429" cy="767593"/>
          </a:xfrm>
        </p:grpSpPr>
        <p:sp>
          <p:nvSpPr>
            <p:cNvPr id="17" name="Rectangle 16">
              <a:extLst>
                <a:ext uri="{FF2B5EF4-FFF2-40B4-BE49-F238E27FC236}">
                  <a16:creationId xmlns:a16="http://schemas.microsoft.com/office/drawing/2014/main" id="{B499D36B-BD33-0D79-FEC0-82C38859C3A9}"/>
                </a:ext>
              </a:extLst>
            </p:cNvPr>
            <p:cNvSpPr/>
            <p:nvPr/>
          </p:nvSpPr>
          <p:spPr>
            <a:xfrm>
              <a:off x="0" y="6090407"/>
              <a:ext cx="12474429" cy="767593"/>
            </a:xfrm>
            <a:prstGeom prst="rect">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b-LU"/>
            </a:p>
          </p:txBody>
        </p:sp>
        <p:sp>
          <p:nvSpPr>
            <p:cNvPr id="18" name="TextBox 17">
              <a:extLst>
                <a:ext uri="{FF2B5EF4-FFF2-40B4-BE49-F238E27FC236}">
                  <a16:creationId xmlns:a16="http://schemas.microsoft.com/office/drawing/2014/main" id="{0BFF3FCC-544A-A9D8-1761-644256C2456A}"/>
                </a:ext>
              </a:extLst>
            </p:cNvPr>
            <p:cNvSpPr txBox="1"/>
            <p:nvPr/>
          </p:nvSpPr>
          <p:spPr>
            <a:xfrm>
              <a:off x="9054515" y="6320314"/>
              <a:ext cx="2835480" cy="307777"/>
            </a:xfrm>
            <a:prstGeom prst="rect">
              <a:avLst/>
            </a:prstGeom>
            <a:noFill/>
          </p:spPr>
          <p:txBody>
            <a:bodyPr wrap="square" rtlCol="0">
              <a:spAutoFit/>
            </a:bodyPr>
            <a:lstStyle/>
            <a:p>
              <a:r>
                <a:rPr lang="de-LU" sz="1400" u="sng" dirty="0">
                  <a:solidFill>
                    <a:schemeClr val="bg1"/>
                  </a:solidFill>
                </a:rPr>
                <a:t>Dvoinishnikov Mikhail 4TPIFI1 HTSTA</a:t>
              </a:r>
              <a:endParaRPr lang="lb-LU" u="sng" dirty="0">
                <a:solidFill>
                  <a:schemeClr val="bg1"/>
                </a:solidFill>
              </a:endParaRPr>
            </a:p>
          </p:txBody>
        </p:sp>
      </p:grpSp>
      <p:grpSp>
        <p:nvGrpSpPr>
          <p:cNvPr id="2" name="Group 1">
            <a:extLst>
              <a:ext uri="{FF2B5EF4-FFF2-40B4-BE49-F238E27FC236}">
                <a16:creationId xmlns:a16="http://schemas.microsoft.com/office/drawing/2014/main" id="{80296A32-1874-85DD-0ED7-9D17EE7CC3DA}"/>
              </a:ext>
            </a:extLst>
          </p:cNvPr>
          <p:cNvGrpSpPr/>
          <p:nvPr/>
        </p:nvGrpSpPr>
        <p:grpSpPr>
          <a:xfrm>
            <a:off x="6654801" y="4237765"/>
            <a:ext cx="5235194" cy="1158459"/>
            <a:chOff x="6562216" y="4532268"/>
            <a:chExt cx="5327778" cy="1158459"/>
          </a:xfrm>
        </p:grpSpPr>
        <p:sp>
          <p:nvSpPr>
            <p:cNvPr id="4" name="Rectangle 3">
              <a:extLst>
                <a:ext uri="{FF2B5EF4-FFF2-40B4-BE49-F238E27FC236}">
                  <a16:creationId xmlns:a16="http://schemas.microsoft.com/office/drawing/2014/main" id="{2E8DCD19-4F28-3212-9EDD-E206C4F9A468}"/>
                </a:ext>
              </a:extLst>
            </p:cNvPr>
            <p:cNvSpPr/>
            <p:nvPr/>
          </p:nvSpPr>
          <p:spPr>
            <a:xfrm>
              <a:off x="6562217" y="4538131"/>
              <a:ext cx="5327777" cy="369331"/>
            </a:xfrm>
            <a:prstGeom prst="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b-LU" dirty="0">
                <a:highlight>
                  <a:srgbClr val="C0C0C0"/>
                </a:highlight>
              </a:endParaRPr>
            </a:p>
          </p:txBody>
        </p:sp>
        <p:sp>
          <p:nvSpPr>
            <p:cNvPr id="5" name="Rectangle 4">
              <a:extLst>
                <a:ext uri="{FF2B5EF4-FFF2-40B4-BE49-F238E27FC236}">
                  <a16:creationId xmlns:a16="http://schemas.microsoft.com/office/drawing/2014/main" id="{A789D846-5D3B-308F-E5E2-338390770A84}"/>
                </a:ext>
              </a:extLst>
            </p:cNvPr>
            <p:cNvSpPr/>
            <p:nvPr/>
          </p:nvSpPr>
          <p:spPr>
            <a:xfrm>
              <a:off x="6563228" y="4924457"/>
              <a:ext cx="5326766" cy="369332"/>
            </a:xfrm>
            <a:prstGeom prst="rect">
              <a:avLst/>
            </a:prstGeom>
            <a:solidFill>
              <a:schemeClr val="bg1">
                <a:lumMod val="6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b-LU"/>
            </a:p>
          </p:txBody>
        </p:sp>
        <p:sp>
          <p:nvSpPr>
            <p:cNvPr id="6" name="Rectangle 5">
              <a:extLst>
                <a:ext uri="{FF2B5EF4-FFF2-40B4-BE49-F238E27FC236}">
                  <a16:creationId xmlns:a16="http://schemas.microsoft.com/office/drawing/2014/main" id="{C1EC9124-1CDF-2705-AA61-A4E58E978477}"/>
                </a:ext>
              </a:extLst>
            </p:cNvPr>
            <p:cNvSpPr/>
            <p:nvPr/>
          </p:nvSpPr>
          <p:spPr>
            <a:xfrm>
              <a:off x="6562218" y="5310784"/>
              <a:ext cx="5326766" cy="369332"/>
            </a:xfrm>
            <a:prstGeom prst="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b-LU"/>
            </a:p>
          </p:txBody>
        </p:sp>
        <p:sp>
          <p:nvSpPr>
            <p:cNvPr id="7" name="TextBox 6">
              <a:extLst>
                <a:ext uri="{FF2B5EF4-FFF2-40B4-BE49-F238E27FC236}">
                  <a16:creationId xmlns:a16="http://schemas.microsoft.com/office/drawing/2014/main" id="{D5DD6F70-4F66-B05B-D68E-CA60E532EC08}"/>
                </a:ext>
              </a:extLst>
            </p:cNvPr>
            <p:cNvSpPr txBox="1"/>
            <p:nvPr/>
          </p:nvSpPr>
          <p:spPr>
            <a:xfrm>
              <a:off x="6562218" y="4532268"/>
              <a:ext cx="5327776" cy="369332"/>
            </a:xfrm>
            <a:prstGeom prst="rect">
              <a:avLst/>
            </a:prstGeom>
            <a:noFill/>
            <a:ln>
              <a:solidFill>
                <a:schemeClr val="bg1"/>
              </a:solidFill>
            </a:ln>
          </p:spPr>
          <p:txBody>
            <a:bodyPr wrap="square" rtlCol="0">
              <a:spAutoFit/>
            </a:bodyPr>
            <a:lstStyle/>
            <a:p>
              <a:r>
                <a:rPr lang="de-LU" dirty="0"/>
                <a:t>Surfing</a:t>
              </a:r>
              <a:endParaRPr lang="lb-LU" dirty="0"/>
            </a:p>
          </p:txBody>
        </p:sp>
        <p:sp>
          <p:nvSpPr>
            <p:cNvPr id="13" name="TextBox 12">
              <a:extLst>
                <a:ext uri="{FF2B5EF4-FFF2-40B4-BE49-F238E27FC236}">
                  <a16:creationId xmlns:a16="http://schemas.microsoft.com/office/drawing/2014/main" id="{BE1FD83C-C3FA-A5B1-4B43-8D704C3E1579}"/>
                </a:ext>
              </a:extLst>
            </p:cNvPr>
            <p:cNvSpPr txBox="1"/>
            <p:nvPr/>
          </p:nvSpPr>
          <p:spPr>
            <a:xfrm>
              <a:off x="6562217" y="4924457"/>
              <a:ext cx="5326765" cy="369332"/>
            </a:xfrm>
            <a:prstGeom prst="rect">
              <a:avLst/>
            </a:prstGeom>
            <a:noFill/>
            <a:ln>
              <a:solidFill>
                <a:schemeClr val="bg1"/>
              </a:solidFill>
            </a:ln>
          </p:spPr>
          <p:txBody>
            <a:bodyPr wrap="square" rtlCol="0">
              <a:spAutoFit/>
            </a:bodyPr>
            <a:lstStyle/>
            <a:p>
              <a:r>
                <a:rPr lang="de-LU" dirty="0"/>
                <a:t>Swimming</a:t>
              </a:r>
              <a:endParaRPr lang="lb-LU" dirty="0"/>
            </a:p>
          </p:txBody>
        </p:sp>
        <p:sp>
          <p:nvSpPr>
            <p:cNvPr id="14" name="TextBox 13">
              <a:extLst>
                <a:ext uri="{FF2B5EF4-FFF2-40B4-BE49-F238E27FC236}">
                  <a16:creationId xmlns:a16="http://schemas.microsoft.com/office/drawing/2014/main" id="{F6BE8671-1BFB-7A2D-B4EB-2602A26DB925}"/>
                </a:ext>
              </a:extLst>
            </p:cNvPr>
            <p:cNvSpPr txBox="1"/>
            <p:nvPr/>
          </p:nvSpPr>
          <p:spPr>
            <a:xfrm>
              <a:off x="6562216" y="5321395"/>
              <a:ext cx="5326766" cy="369332"/>
            </a:xfrm>
            <a:prstGeom prst="rect">
              <a:avLst/>
            </a:prstGeom>
            <a:noFill/>
            <a:ln>
              <a:solidFill>
                <a:schemeClr val="bg1"/>
              </a:solidFill>
            </a:ln>
          </p:spPr>
          <p:txBody>
            <a:bodyPr wrap="square" rtlCol="0">
              <a:spAutoFit/>
            </a:bodyPr>
            <a:lstStyle/>
            <a:p>
              <a:r>
                <a:rPr lang="de-LU" dirty="0"/>
                <a:t>Beaches</a:t>
              </a:r>
              <a:endParaRPr lang="lb-LU" dirty="0"/>
            </a:p>
          </p:txBody>
        </p:sp>
      </p:grpSp>
    </p:spTree>
    <p:extLst>
      <p:ext uri="{BB962C8B-B14F-4D97-AF65-F5344CB8AC3E}">
        <p14:creationId xmlns:p14="http://schemas.microsoft.com/office/powerpoint/2010/main" val="14868833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BBE7FBC-5B8F-629F-3F49-37DDA9402314}"/>
              </a:ext>
            </a:extLst>
          </p:cNvPr>
          <p:cNvSpPr>
            <a:spLocks noGrp="1"/>
          </p:cNvSpPr>
          <p:nvPr>
            <p:ph type="title"/>
          </p:nvPr>
        </p:nvSpPr>
        <p:spPr>
          <a:xfrm>
            <a:off x="838200" y="1419095"/>
            <a:ext cx="4516764" cy="767593"/>
          </a:xfrm>
        </p:spPr>
        <p:txBody>
          <a:bodyPr>
            <a:normAutofit/>
          </a:bodyPr>
          <a:lstStyle/>
          <a:p>
            <a:r>
              <a:rPr lang="de-LU" sz="3200" dirty="0">
                <a:latin typeface="Poppins" panose="00000500000000000000" pitchFamily="2" charset="0"/>
                <a:cs typeface="Poppins" panose="00000500000000000000" pitchFamily="2" charset="0"/>
              </a:rPr>
              <a:t>Turks &amp; Caicos</a:t>
            </a:r>
            <a:endParaRPr lang="lb-LU" sz="3200" dirty="0">
              <a:latin typeface="Poppins" panose="00000500000000000000" pitchFamily="2" charset="0"/>
              <a:cs typeface="Poppins" panose="00000500000000000000" pitchFamily="2" charset="0"/>
            </a:endParaRPr>
          </a:p>
        </p:txBody>
      </p:sp>
      <p:sp>
        <p:nvSpPr>
          <p:cNvPr id="11" name="TextBox 10">
            <a:extLst>
              <a:ext uri="{FF2B5EF4-FFF2-40B4-BE49-F238E27FC236}">
                <a16:creationId xmlns:a16="http://schemas.microsoft.com/office/drawing/2014/main" id="{2C58F9F6-17D7-A9D4-8C95-BE77FF1A6640}"/>
              </a:ext>
            </a:extLst>
          </p:cNvPr>
          <p:cNvSpPr txBox="1"/>
          <p:nvPr/>
        </p:nvSpPr>
        <p:spPr>
          <a:xfrm>
            <a:off x="6562216" y="1566952"/>
            <a:ext cx="5327780" cy="2769989"/>
          </a:xfrm>
          <a:prstGeom prst="rect">
            <a:avLst/>
          </a:prstGeom>
          <a:noFill/>
        </p:spPr>
        <p:txBody>
          <a:bodyPr wrap="square" rtlCol="0">
            <a:spAutoFit/>
          </a:bodyPr>
          <a:lstStyle/>
          <a:p>
            <a:r>
              <a:rPr lang="en-US" sz="1400" b="0" i="0" dirty="0">
                <a:solidFill>
                  <a:srgbClr val="3B3B3B"/>
                </a:solidFill>
                <a:effectLst/>
                <a:latin typeface="Poppins" panose="020B0502040204020203" pitchFamily="2" charset="0"/>
              </a:rPr>
              <a:t>The Turks &amp; Caicos Islands have the perfect antidote for your hectic lifestyle: blindingly white sand fringed by shimmering azure water, colorful coral reefs, crispy conch fritters and an easygoing vibe – despite its knack for attracting the rich and famous to its shores. Turks &amp; Caicos holds tight to its reputation as an exclusive and secluded getaway, and regular vacationers to these skinny strips of alabaster sand will tell you that they wouldn't have it any other way.</a:t>
            </a:r>
            <a:endParaRPr lang="en-US" sz="1600" dirty="0">
              <a:solidFill>
                <a:srgbClr val="3B3B3B"/>
              </a:solidFill>
              <a:latin typeface="Poppins" panose="020B0502040204020203" pitchFamily="2" charset="0"/>
            </a:endParaRPr>
          </a:p>
          <a:p>
            <a:endParaRPr lang="en-US" sz="1600" dirty="0">
              <a:solidFill>
                <a:srgbClr val="3B3B3B"/>
              </a:solidFill>
              <a:latin typeface="Poppins" panose="020B0502040204020203" pitchFamily="2" charset="0"/>
            </a:endParaRPr>
          </a:p>
          <a:p>
            <a:endParaRPr lang="en-US" sz="1600" dirty="0">
              <a:solidFill>
                <a:srgbClr val="3B3B3B"/>
              </a:solidFill>
              <a:latin typeface="Poppins" panose="020B0502040204020203" pitchFamily="2" charset="0"/>
            </a:endParaRPr>
          </a:p>
          <a:p>
            <a:r>
              <a:rPr lang="en-US" sz="1600" u="sng" dirty="0">
                <a:solidFill>
                  <a:srgbClr val="3B3B3B"/>
                </a:solidFill>
                <a:latin typeface="Poppins" panose="020B0502040204020203" pitchFamily="2" charset="0"/>
              </a:rPr>
              <a:t>What to do:</a:t>
            </a:r>
          </a:p>
        </p:txBody>
      </p:sp>
      <p:pic>
        <p:nvPicPr>
          <p:cNvPr id="9220" name="Picture 4" descr="85 (585×381)">
            <a:extLst>
              <a:ext uri="{FF2B5EF4-FFF2-40B4-BE49-F238E27FC236}">
                <a16:creationId xmlns:a16="http://schemas.microsoft.com/office/drawing/2014/main" id="{DB16E84F-089C-437C-1D8B-812DA19009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186688"/>
            <a:ext cx="4516764" cy="2941687"/>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2">
            <a:extLst>
              <a:ext uri="{FF2B5EF4-FFF2-40B4-BE49-F238E27FC236}">
                <a16:creationId xmlns:a16="http://schemas.microsoft.com/office/drawing/2014/main" id="{FB6CA7E4-FACA-3C86-5358-C590C2C5276B}"/>
              </a:ext>
            </a:extLst>
          </p:cNvPr>
          <p:cNvGrpSpPr/>
          <p:nvPr/>
        </p:nvGrpSpPr>
        <p:grpSpPr>
          <a:xfrm>
            <a:off x="0" y="-62218"/>
            <a:ext cx="12192000" cy="1454790"/>
            <a:chOff x="0" y="-62218"/>
            <a:chExt cx="12192000" cy="1454790"/>
          </a:xfrm>
        </p:grpSpPr>
        <p:sp>
          <p:nvSpPr>
            <p:cNvPr id="8" name="Rectangle 7">
              <a:extLst>
                <a:ext uri="{FF2B5EF4-FFF2-40B4-BE49-F238E27FC236}">
                  <a16:creationId xmlns:a16="http://schemas.microsoft.com/office/drawing/2014/main" id="{55F4614A-F64E-1688-8642-92A682AEF98F}"/>
                </a:ext>
              </a:extLst>
            </p:cNvPr>
            <p:cNvSpPr/>
            <p:nvPr/>
          </p:nvSpPr>
          <p:spPr>
            <a:xfrm>
              <a:off x="0" y="0"/>
              <a:ext cx="12192000" cy="1392572"/>
            </a:xfrm>
            <a:prstGeom prst="rect">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b-LU">
                <a:solidFill>
                  <a:schemeClr val="tx1"/>
                </a:solidFill>
              </a:endParaRPr>
            </a:p>
          </p:txBody>
        </p:sp>
        <p:sp>
          <p:nvSpPr>
            <p:cNvPr id="10" name="TextBox 9">
              <a:extLst>
                <a:ext uri="{FF2B5EF4-FFF2-40B4-BE49-F238E27FC236}">
                  <a16:creationId xmlns:a16="http://schemas.microsoft.com/office/drawing/2014/main" id="{2D761CAC-EC20-CA6F-7C9F-8694E782ECBC}"/>
                </a:ext>
              </a:extLst>
            </p:cNvPr>
            <p:cNvSpPr txBox="1"/>
            <p:nvPr/>
          </p:nvSpPr>
          <p:spPr>
            <a:xfrm>
              <a:off x="8783272" y="692092"/>
              <a:ext cx="3106723" cy="400110"/>
            </a:xfrm>
            <a:prstGeom prst="rect">
              <a:avLst/>
            </a:prstGeom>
            <a:noFill/>
          </p:spPr>
          <p:txBody>
            <a:bodyPr wrap="square" rtlCol="0">
              <a:spAutoFit/>
            </a:bodyPr>
            <a:lstStyle/>
            <a:p>
              <a:r>
                <a:rPr lang="de-LU" sz="2000" dirty="0">
                  <a:solidFill>
                    <a:schemeClr val="bg1"/>
                  </a:solidFill>
                  <a:latin typeface="Poppins" panose="00000500000000000000" pitchFamily="2" charset="0"/>
                  <a:cs typeface="Poppins" panose="00000500000000000000" pitchFamily="2" charset="0"/>
                </a:rPr>
                <a:t>Home	Cities	Beaches</a:t>
              </a:r>
              <a:endParaRPr lang="lb-LU" sz="2000" dirty="0">
                <a:solidFill>
                  <a:schemeClr val="bg1"/>
                </a:solidFill>
                <a:latin typeface="Poppins" panose="00000500000000000000" pitchFamily="2" charset="0"/>
                <a:cs typeface="Poppins" panose="00000500000000000000" pitchFamily="2" charset="0"/>
              </a:endParaRPr>
            </a:p>
          </p:txBody>
        </p:sp>
        <p:pic>
          <p:nvPicPr>
            <p:cNvPr id="12" name="Graphic 11" descr="A beach lounge chair">
              <a:extLst>
                <a:ext uri="{FF2B5EF4-FFF2-40B4-BE49-F238E27FC236}">
                  <a16:creationId xmlns:a16="http://schemas.microsoft.com/office/drawing/2014/main" id="{13B6FF8D-7D5A-61FC-908E-6F0A7794432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02005" y="-62218"/>
              <a:ext cx="1426127" cy="1426127"/>
            </a:xfrm>
            <a:prstGeom prst="rect">
              <a:avLst/>
            </a:prstGeom>
          </p:spPr>
        </p:pic>
      </p:grpSp>
      <p:grpSp>
        <p:nvGrpSpPr>
          <p:cNvPr id="13" name="Group 12">
            <a:extLst>
              <a:ext uri="{FF2B5EF4-FFF2-40B4-BE49-F238E27FC236}">
                <a16:creationId xmlns:a16="http://schemas.microsoft.com/office/drawing/2014/main" id="{68D07535-3C34-C152-798F-6BA505421F11}"/>
              </a:ext>
            </a:extLst>
          </p:cNvPr>
          <p:cNvGrpSpPr/>
          <p:nvPr/>
        </p:nvGrpSpPr>
        <p:grpSpPr>
          <a:xfrm>
            <a:off x="0" y="6090407"/>
            <a:ext cx="12474429" cy="767593"/>
            <a:chOff x="0" y="6090407"/>
            <a:chExt cx="12474429" cy="767593"/>
          </a:xfrm>
        </p:grpSpPr>
        <p:sp>
          <p:nvSpPr>
            <p:cNvPr id="14" name="Rectangle 13">
              <a:extLst>
                <a:ext uri="{FF2B5EF4-FFF2-40B4-BE49-F238E27FC236}">
                  <a16:creationId xmlns:a16="http://schemas.microsoft.com/office/drawing/2014/main" id="{4B869D61-060E-415E-F8C6-6B69AC8855CB}"/>
                </a:ext>
              </a:extLst>
            </p:cNvPr>
            <p:cNvSpPr/>
            <p:nvPr/>
          </p:nvSpPr>
          <p:spPr>
            <a:xfrm>
              <a:off x="0" y="6090407"/>
              <a:ext cx="12474429" cy="767593"/>
            </a:xfrm>
            <a:prstGeom prst="rect">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b-LU"/>
            </a:p>
          </p:txBody>
        </p:sp>
        <p:sp>
          <p:nvSpPr>
            <p:cNvPr id="15" name="TextBox 14">
              <a:extLst>
                <a:ext uri="{FF2B5EF4-FFF2-40B4-BE49-F238E27FC236}">
                  <a16:creationId xmlns:a16="http://schemas.microsoft.com/office/drawing/2014/main" id="{FEAEC056-7DDA-BE48-C082-27AEC3BD3E51}"/>
                </a:ext>
              </a:extLst>
            </p:cNvPr>
            <p:cNvSpPr txBox="1"/>
            <p:nvPr/>
          </p:nvSpPr>
          <p:spPr>
            <a:xfrm>
              <a:off x="9054515" y="6320314"/>
              <a:ext cx="2835480" cy="307777"/>
            </a:xfrm>
            <a:prstGeom prst="rect">
              <a:avLst/>
            </a:prstGeom>
            <a:noFill/>
          </p:spPr>
          <p:txBody>
            <a:bodyPr wrap="square" rtlCol="0">
              <a:spAutoFit/>
            </a:bodyPr>
            <a:lstStyle/>
            <a:p>
              <a:r>
                <a:rPr lang="de-LU" sz="1400" u="sng" dirty="0">
                  <a:solidFill>
                    <a:schemeClr val="bg1"/>
                  </a:solidFill>
                </a:rPr>
                <a:t>Dvoinishnikov Mikhail 4TPIFI1 HTSTA</a:t>
              </a:r>
              <a:endParaRPr lang="lb-LU" u="sng" dirty="0">
                <a:solidFill>
                  <a:schemeClr val="bg1"/>
                </a:solidFill>
              </a:endParaRPr>
            </a:p>
          </p:txBody>
        </p:sp>
      </p:grpSp>
      <p:grpSp>
        <p:nvGrpSpPr>
          <p:cNvPr id="18" name="Group 17">
            <a:extLst>
              <a:ext uri="{FF2B5EF4-FFF2-40B4-BE49-F238E27FC236}">
                <a16:creationId xmlns:a16="http://schemas.microsoft.com/office/drawing/2014/main" id="{37CB7ED2-F9B7-0C5F-D72C-49A4DF8B1267}"/>
              </a:ext>
            </a:extLst>
          </p:cNvPr>
          <p:cNvGrpSpPr/>
          <p:nvPr/>
        </p:nvGrpSpPr>
        <p:grpSpPr>
          <a:xfrm>
            <a:off x="6654801" y="4279682"/>
            <a:ext cx="5235194" cy="1158459"/>
            <a:chOff x="6562216" y="4532268"/>
            <a:chExt cx="5327778" cy="1158459"/>
          </a:xfrm>
        </p:grpSpPr>
        <p:sp>
          <p:nvSpPr>
            <p:cNvPr id="19" name="Rectangle 18">
              <a:extLst>
                <a:ext uri="{FF2B5EF4-FFF2-40B4-BE49-F238E27FC236}">
                  <a16:creationId xmlns:a16="http://schemas.microsoft.com/office/drawing/2014/main" id="{ED2E0A5A-03D0-F79D-6A14-B01DC7C30F6B}"/>
                </a:ext>
              </a:extLst>
            </p:cNvPr>
            <p:cNvSpPr/>
            <p:nvPr/>
          </p:nvSpPr>
          <p:spPr>
            <a:xfrm>
              <a:off x="6562217" y="4538131"/>
              <a:ext cx="5327777" cy="369331"/>
            </a:xfrm>
            <a:prstGeom prst="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b-LU" dirty="0">
                <a:highlight>
                  <a:srgbClr val="C0C0C0"/>
                </a:highlight>
              </a:endParaRPr>
            </a:p>
          </p:txBody>
        </p:sp>
        <p:sp>
          <p:nvSpPr>
            <p:cNvPr id="20" name="Rectangle 19">
              <a:extLst>
                <a:ext uri="{FF2B5EF4-FFF2-40B4-BE49-F238E27FC236}">
                  <a16:creationId xmlns:a16="http://schemas.microsoft.com/office/drawing/2014/main" id="{E9F43216-C8C2-60DA-9F72-62F2ACAC9FBD}"/>
                </a:ext>
              </a:extLst>
            </p:cNvPr>
            <p:cNvSpPr/>
            <p:nvPr/>
          </p:nvSpPr>
          <p:spPr>
            <a:xfrm>
              <a:off x="6563228" y="4924457"/>
              <a:ext cx="5326766" cy="369332"/>
            </a:xfrm>
            <a:prstGeom prst="rect">
              <a:avLst/>
            </a:prstGeom>
            <a:solidFill>
              <a:schemeClr val="bg1">
                <a:lumMod val="6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b-LU"/>
            </a:p>
          </p:txBody>
        </p:sp>
        <p:sp>
          <p:nvSpPr>
            <p:cNvPr id="21" name="Rectangle 20">
              <a:extLst>
                <a:ext uri="{FF2B5EF4-FFF2-40B4-BE49-F238E27FC236}">
                  <a16:creationId xmlns:a16="http://schemas.microsoft.com/office/drawing/2014/main" id="{6B5B6195-483C-DBA3-2E9C-A6C4AD46850F}"/>
                </a:ext>
              </a:extLst>
            </p:cNvPr>
            <p:cNvSpPr/>
            <p:nvPr/>
          </p:nvSpPr>
          <p:spPr>
            <a:xfrm>
              <a:off x="6562218" y="5310784"/>
              <a:ext cx="5326766" cy="369332"/>
            </a:xfrm>
            <a:prstGeom prst="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b-LU"/>
            </a:p>
          </p:txBody>
        </p:sp>
        <p:sp>
          <p:nvSpPr>
            <p:cNvPr id="22" name="TextBox 21">
              <a:extLst>
                <a:ext uri="{FF2B5EF4-FFF2-40B4-BE49-F238E27FC236}">
                  <a16:creationId xmlns:a16="http://schemas.microsoft.com/office/drawing/2014/main" id="{79A10B4F-CFC8-395C-906B-A9311936AF4D}"/>
                </a:ext>
              </a:extLst>
            </p:cNvPr>
            <p:cNvSpPr txBox="1"/>
            <p:nvPr/>
          </p:nvSpPr>
          <p:spPr>
            <a:xfrm>
              <a:off x="6562218" y="4532268"/>
              <a:ext cx="5327776" cy="369332"/>
            </a:xfrm>
            <a:prstGeom prst="rect">
              <a:avLst/>
            </a:prstGeom>
            <a:noFill/>
            <a:ln>
              <a:solidFill>
                <a:schemeClr val="bg1"/>
              </a:solidFill>
            </a:ln>
          </p:spPr>
          <p:txBody>
            <a:bodyPr wrap="square" rtlCol="0">
              <a:spAutoFit/>
            </a:bodyPr>
            <a:lstStyle/>
            <a:p>
              <a:r>
                <a:rPr lang="de-LU" dirty="0"/>
                <a:t>Museums</a:t>
              </a:r>
              <a:endParaRPr lang="lb-LU" dirty="0"/>
            </a:p>
          </p:txBody>
        </p:sp>
        <p:sp>
          <p:nvSpPr>
            <p:cNvPr id="23" name="TextBox 22">
              <a:extLst>
                <a:ext uri="{FF2B5EF4-FFF2-40B4-BE49-F238E27FC236}">
                  <a16:creationId xmlns:a16="http://schemas.microsoft.com/office/drawing/2014/main" id="{4D108906-8ECE-D4AF-8519-F2F3A96FF16A}"/>
                </a:ext>
              </a:extLst>
            </p:cNvPr>
            <p:cNvSpPr txBox="1"/>
            <p:nvPr/>
          </p:nvSpPr>
          <p:spPr>
            <a:xfrm>
              <a:off x="6562217" y="4924457"/>
              <a:ext cx="5326765" cy="369332"/>
            </a:xfrm>
            <a:prstGeom prst="rect">
              <a:avLst/>
            </a:prstGeom>
            <a:noFill/>
            <a:ln>
              <a:solidFill>
                <a:schemeClr val="bg1"/>
              </a:solidFill>
            </a:ln>
          </p:spPr>
          <p:txBody>
            <a:bodyPr wrap="square" rtlCol="0">
              <a:spAutoFit/>
            </a:bodyPr>
            <a:lstStyle/>
            <a:p>
              <a:r>
                <a:rPr lang="de-LU" dirty="0"/>
                <a:t>Reefs</a:t>
              </a:r>
              <a:endParaRPr lang="lb-LU" dirty="0"/>
            </a:p>
          </p:txBody>
        </p:sp>
        <p:sp>
          <p:nvSpPr>
            <p:cNvPr id="24" name="TextBox 23">
              <a:extLst>
                <a:ext uri="{FF2B5EF4-FFF2-40B4-BE49-F238E27FC236}">
                  <a16:creationId xmlns:a16="http://schemas.microsoft.com/office/drawing/2014/main" id="{7234F80D-E466-2E38-F285-769563837007}"/>
                </a:ext>
              </a:extLst>
            </p:cNvPr>
            <p:cNvSpPr txBox="1"/>
            <p:nvPr/>
          </p:nvSpPr>
          <p:spPr>
            <a:xfrm>
              <a:off x="6562216" y="5321395"/>
              <a:ext cx="5326766" cy="369332"/>
            </a:xfrm>
            <a:prstGeom prst="rect">
              <a:avLst/>
            </a:prstGeom>
            <a:noFill/>
            <a:ln>
              <a:solidFill>
                <a:schemeClr val="bg1"/>
              </a:solidFill>
            </a:ln>
          </p:spPr>
          <p:txBody>
            <a:bodyPr wrap="square" rtlCol="0">
              <a:spAutoFit/>
            </a:bodyPr>
            <a:lstStyle/>
            <a:p>
              <a:r>
                <a:rPr lang="de-LU" dirty="0"/>
                <a:t>Sunbathing</a:t>
              </a:r>
              <a:endParaRPr lang="lb-LU" dirty="0"/>
            </a:p>
          </p:txBody>
        </p:sp>
      </p:grpSp>
    </p:spTree>
    <p:extLst>
      <p:ext uri="{BB962C8B-B14F-4D97-AF65-F5344CB8AC3E}">
        <p14:creationId xmlns:p14="http://schemas.microsoft.com/office/powerpoint/2010/main" val="8535606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BBE7FBC-5B8F-629F-3F49-37DDA9402314}"/>
              </a:ext>
            </a:extLst>
          </p:cNvPr>
          <p:cNvSpPr>
            <a:spLocks noGrp="1"/>
          </p:cNvSpPr>
          <p:nvPr>
            <p:ph type="title"/>
          </p:nvPr>
        </p:nvSpPr>
        <p:spPr>
          <a:xfrm>
            <a:off x="838200" y="1419095"/>
            <a:ext cx="4516764" cy="767593"/>
          </a:xfrm>
        </p:spPr>
        <p:txBody>
          <a:bodyPr>
            <a:normAutofit/>
          </a:bodyPr>
          <a:lstStyle/>
          <a:p>
            <a:r>
              <a:rPr lang="de-LU" sz="3200" dirty="0">
                <a:latin typeface="Poppins" panose="00000500000000000000" pitchFamily="2" charset="0"/>
                <a:cs typeface="Poppins" panose="00000500000000000000" pitchFamily="2" charset="0"/>
              </a:rPr>
              <a:t>Bahamas</a:t>
            </a:r>
            <a:endParaRPr lang="lb-LU" sz="3200" dirty="0">
              <a:latin typeface="Poppins" panose="00000500000000000000" pitchFamily="2" charset="0"/>
              <a:cs typeface="Poppins" panose="00000500000000000000" pitchFamily="2" charset="0"/>
            </a:endParaRPr>
          </a:p>
        </p:txBody>
      </p:sp>
      <p:sp>
        <p:nvSpPr>
          <p:cNvPr id="11" name="TextBox 10">
            <a:extLst>
              <a:ext uri="{FF2B5EF4-FFF2-40B4-BE49-F238E27FC236}">
                <a16:creationId xmlns:a16="http://schemas.microsoft.com/office/drawing/2014/main" id="{2C58F9F6-17D7-A9D4-8C95-BE77FF1A6640}"/>
              </a:ext>
            </a:extLst>
          </p:cNvPr>
          <p:cNvSpPr txBox="1"/>
          <p:nvPr/>
        </p:nvSpPr>
        <p:spPr>
          <a:xfrm>
            <a:off x="6562216" y="1566952"/>
            <a:ext cx="5327780" cy="2954655"/>
          </a:xfrm>
          <a:prstGeom prst="rect">
            <a:avLst/>
          </a:prstGeom>
          <a:noFill/>
        </p:spPr>
        <p:txBody>
          <a:bodyPr wrap="square" rtlCol="0">
            <a:spAutoFit/>
          </a:bodyPr>
          <a:lstStyle/>
          <a:p>
            <a:r>
              <a:rPr lang="en-US" sz="1400" b="0" i="0" dirty="0">
                <a:solidFill>
                  <a:srgbClr val="3B3B3B"/>
                </a:solidFill>
                <a:effectLst/>
                <a:latin typeface="Poppins" panose="020B0502040204020203" pitchFamily="2" charset="0"/>
              </a:rPr>
              <a:t>The roughly 700 islands that make up the Bahamas lure millions of visitors to this paradise's white sandy shores, duty-free shops, fishing and scuba diving excursions and luxurious accommodations each year. Nature enthusiasts can explore pristine protected areas like the Leon Levy Native Plant Preserve (on Eleuthera) and Lucayan National Park (on Grand Bahama Island) or take it easy at one of the country's many beaches or private islands. Meanwhile, history buffs can explore the ruins and artifacts from the colonial era and indigenous peoples like the Lucayan Indians. </a:t>
            </a:r>
          </a:p>
          <a:p>
            <a:endParaRPr lang="en-US" sz="1600" dirty="0">
              <a:solidFill>
                <a:srgbClr val="3B3B3B"/>
              </a:solidFill>
              <a:latin typeface="Poppins" panose="020B0502040204020203" pitchFamily="2" charset="0"/>
            </a:endParaRPr>
          </a:p>
          <a:p>
            <a:r>
              <a:rPr lang="en-US" sz="1600" u="sng" dirty="0">
                <a:solidFill>
                  <a:srgbClr val="3B3B3B"/>
                </a:solidFill>
                <a:latin typeface="Poppins" panose="020B0502040204020203" pitchFamily="2" charset="0"/>
              </a:rPr>
              <a:t>What to do:</a:t>
            </a:r>
          </a:p>
        </p:txBody>
      </p:sp>
      <p:pic>
        <p:nvPicPr>
          <p:cNvPr id="10242" name="Picture 2">
            <a:extLst>
              <a:ext uri="{FF2B5EF4-FFF2-40B4-BE49-F238E27FC236}">
                <a16:creationId xmlns:a16="http://schemas.microsoft.com/office/drawing/2014/main" id="{204543BB-8042-F2C0-6918-CBF87583A7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186688"/>
            <a:ext cx="4519485" cy="3019164"/>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2">
            <a:extLst>
              <a:ext uri="{FF2B5EF4-FFF2-40B4-BE49-F238E27FC236}">
                <a16:creationId xmlns:a16="http://schemas.microsoft.com/office/drawing/2014/main" id="{7752FB70-A686-E3F6-EC95-2BFAFE347CFA}"/>
              </a:ext>
            </a:extLst>
          </p:cNvPr>
          <p:cNvGrpSpPr/>
          <p:nvPr/>
        </p:nvGrpSpPr>
        <p:grpSpPr>
          <a:xfrm>
            <a:off x="0" y="-62218"/>
            <a:ext cx="12192000" cy="1454790"/>
            <a:chOff x="0" y="-62218"/>
            <a:chExt cx="12192000" cy="1454790"/>
          </a:xfrm>
        </p:grpSpPr>
        <p:sp>
          <p:nvSpPr>
            <p:cNvPr id="8" name="Rectangle 7">
              <a:extLst>
                <a:ext uri="{FF2B5EF4-FFF2-40B4-BE49-F238E27FC236}">
                  <a16:creationId xmlns:a16="http://schemas.microsoft.com/office/drawing/2014/main" id="{4337BDD7-7FF9-3CA4-B0EB-7318FF015C1D}"/>
                </a:ext>
              </a:extLst>
            </p:cNvPr>
            <p:cNvSpPr/>
            <p:nvPr/>
          </p:nvSpPr>
          <p:spPr>
            <a:xfrm>
              <a:off x="0" y="0"/>
              <a:ext cx="12192000" cy="1392572"/>
            </a:xfrm>
            <a:prstGeom prst="rect">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b-LU">
                <a:solidFill>
                  <a:schemeClr val="tx1"/>
                </a:solidFill>
              </a:endParaRPr>
            </a:p>
          </p:txBody>
        </p:sp>
        <p:sp>
          <p:nvSpPr>
            <p:cNvPr id="10" name="TextBox 9">
              <a:extLst>
                <a:ext uri="{FF2B5EF4-FFF2-40B4-BE49-F238E27FC236}">
                  <a16:creationId xmlns:a16="http://schemas.microsoft.com/office/drawing/2014/main" id="{A57C5FD4-204C-940D-0993-DE0CBB73DB43}"/>
                </a:ext>
              </a:extLst>
            </p:cNvPr>
            <p:cNvSpPr txBox="1"/>
            <p:nvPr/>
          </p:nvSpPr>
          <p:spPr>
            <a:xfrm>
              <a:off x="8783272" y="692092"/>
              <a:ext cx="3106723" cy="400110"/>
            </a:xfrm>
            <a:prstGeom prst="rect">
              <a:avLst/>
            </a:prstGeom>
            <a:noFill/>
          </p:spPr>
          <p:txBody>
            <a:bodyPr wrap="square" rtlCol="0">
              <a:spAutoFit/>
            </a:bodyPr>
            <a:lstStyle/>
            <a:p>
              <a:r>
                <a:rPr lang="de-LU" sz="2000" dirty="0">
                  <a:solidFill>
                    <a:schemeClr val="bg1"/>
                  </a:solidFill>
                  <a:latin typeface="Poppins" panose="00000500000000000000" pitchFamily="2" charset="0"/>
                  <a:cs typeface="Poppins" panose="00000500000000000000" pitchFamily="2" charset="0"/>
                </a:rPr>
                <a:t>Home	Cities	Beaches</a:t>
              </a:r>
              <a:endParaRPr lang="lb-LU" sz="2000" dirty="0">
                <a:solidFill>
                  <a:schemeClr val="bg1"/>
                </a:solidFill>
                <a:latin typeface="Poppins" panose="00000500000000000000" pitchFamily="2" charset="0"/>
                <a:cs typeface="Poppins" panose="00000500000000000000" pitchFamily="2" charset="0"/>
              </a:endParaRPr>
            </a:p>
          </p:txBody>
        </p:sp>
        <p:pic>
          <p:nvPicPr>
            <p:cNvPr id="12" name="Graphic 11" descr="A beach lounge chair">
              <a:extLst>
                <a:ext uri="{FF2B5EF4-FFF2-40B4-BE49-F238E27FC236}">
                  <a16:creationId xmlns:a16="http://schemas.microsoft.com/office/drawing/2014/main" id="{ED308E0B-F184-3D61-4834-6242231A2B8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02005" y="-62218"/>
              <a:ext cx="1426127" cy="1426127"/>
            </a:xfrm>
            <a:prstGeom prst="rect">
              <a:avLst/>
            </a:prstGeom>
          </p:spPr>
        </p:pic>
      </p:grpSp>
      <p:grpSp>
        <p:nvGrpSpPr>
          <p:cNvPr id="13" name="Group 12">
            <a:extLst>
              <a:ext uri="{FF2B5EF4-FFF2-40B4-BE49-F238E27FC236}">
                <a16:creationId xmlns:a16="http://schemas.microsoft.com/office/drawing/2014/main" id="{010C6B47-705C-9D56-A135-6001E0CBB81F}"/>
              </a:ext>
            </a:extLst>
          </p:cNvPr>
          <p:cNvGrpSpPr/>
          <p:nvPr/>
        </p:nvGrpSpPr>
        <p:grpSpPr>
          <a:xfrm>
            <a:off x="0" y="6090407"/>
            <a:ext cx="12474429" cy="767593"/>
            <a:chOff x="0" y="6090407"/>
            <a:chExt cx="12474429" cy="767593"/>
          </a:xfrm>
        </p:grpSpPr>
        <p:sp>
          <p:nvSpPr>
            <p:cNvPr id="14" name="Rectangle 13">
              <a:extLst>
                <a:ext uri="{FF2B5EF4-FFF2-40B4-BE49-F238E27FC236}">
                  <a16:creationId xmlns:a16="http://schemas.microsoft.com/office/drawing/2014/main" id="{584F7556-30FB-A7D2-7B74-3BF8B836D937}"/>
                </a:ext>
              </a:extLst>
            </p:cNvPr>
            <p:cNvSpPr/>
            <p:nvPr/>
          </p:nvSpPr>
          <p:spPr>
            <a:xfrm>
              <a:off x="0" y="6090407"/>
              <a:ext cx="12474429" cy="767593"/>
            </a:xfrm>
            <a:prstGeom prst="rect">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b-LU"/>
            </a:p>
          </p:txBody>
        </p:sp>
        <p:sp>
          <p:nvSpPr>
            <p:cNvPr id="15" name="TextBox 14">
              <a:extLst>
                <a:ext uri="{FF2B5EF4-FFF2-40B4-BE49-F238E27FC236}">
                  <a16:creationId xmlns:a16="http://schemas.microsoft.com/office/drawing/2014/main" id="{A3FFB0EA-CCB5-246A-4B06-A09C9DF4712F}"/>
                </a:ext>
              </a:extLst>
            </p:cNvPr>
            <p:cNvSpPr txBox="1"/>
            <p:nvPr/>
          </p:nvSpPr>
          <p:spPr>
            <a:xfrm>
              <a:off x="9054515" y="6320314"/>
              <a:ext cx="2835480" cy="307777"/>
            </a:xfrm>
            <a:prstGeom prst="rect">
              <a:avLst/>
            </a:prstGeom>
            <a:noFill/>
          </p:spPr>
          <p:txBody>
            <a:bodyPr wrap="square" rtlCol="0">
              <a:spAutoFit/>
            </a:bodyPr>
            <a:lstStyle/>
            <a:p>
              <a:r>
                <a:rPr lang="de-LU" sz="1400" u="sng" dirty="0">
                  <a:solidFill>
                    <a:schemeClr val="bg1"/>
                  </a:solidFill>
                </a:rPr>
                <a:t>Dvoinishnikov Mikhail 4TPIFI1 HTSTA</a:t>
              </a:r>
              <a:endParaRPr lang="lb-LU" u="sng" dirty="0">
                <a:solidFill>
                  <a:schemeClr val="bg1"/>
                </a:solidFill>
              </a:endParaRPr>
            </a:p>
          </p:txBody>
        </p:sp>
      </p:grpSp>
      <p:grpSp>
        <p:nvGrpSpPr>
          <p:cNvPr id="2" name="Group 1">
            <a:extLst>
              <a:ext uri="{FF2B5EF4-FFF2-40B4-BE49-F238E27FC236}">
                <a16:creationId xmlns:a16="http://schemas.microsoft.com/office/drawing/2014/main" id="{583EA38C-DBED-D1D5-5D22-E4113A58A33D}"/>
              </a:ext>
            </a:extLst>
          </p:cNvPr>
          <p:cNvGrpSpPr/>
          <p:nvPr/>
        </p:nvGrpSpPr>
        <p:grpSpPr>
          <a:xfrm>
            <a:off x="6654800" y="4532268"/>
            <a:ext cx="5235194" cy="1158459"/>
            <a:chOff x="6562216" y="4532268"/>
            <a:chExt cx="5327778" cy="1158459"/>
          </a:xfrm>
        </p:grpSpPr>
        <p:sp>
          <p:nvSpPr>
            <p:cNvPr id="4" name="Rectangle 3">
              <a:extLst>
                <a:ext uri="{FF2B5EF4-FFF2-40B4-BE49-F238E27FC236}">
                  <a16:creationId xmlns:a16="http://schemas.microsoft.com/office/drawing/2014/main" id="{ED4BF3AA-A06D-62B1-230A-8AAF72E18054}"/>
                </a:ext>
              </a:extLst>
            </p:cNvPr>
            <p:cNvSpPr/>
            <p:nvPr/>
          </p:nvSpPr>
          <p:spPr>
            <a:xfrm>
              <a:off x="6562217" y="4538131"/>
              <a:ext cx="5327777" cy="369331"/>
            </a:xfrm>
            <a:prstGeom prst="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b-LU" dirty="0">
                <a:highlight>
                  <a:srgbClr val="C0C0C0"/>
                </a:highlight>
              </a:endParaRPr>
            </a:p>
          </p:txBody>
        </p:sp>
        <p:sp>
          <p:nvSpPr>
            <p:cNvPr id="5" name="Rectangle 4">
              <a:extLst>
                <a:ext uri="{FF2B5EF4-FFF2-40B4-BE49-F238E27FC236}">
                  <a16:creationId xmlns:a16="http://schemas.microsoft.com/office/drawing/2014/main" id="{23D538C1-5DCA-2489-53C1-0199681EF7A6}"/>
                </a:ext>
              </a:extLst>
            </p:cNvPr>
            <p:cNvSpPr/>
            <p:nvPr/>
          </p:nvSpPr>
          <p:spPr>
            <a:xfrm>
              <a:off x="6563228" y="4924457"/>
              <a:ext cx="5326766" cy="369332"/>
            </a:xfrm>
            <a:prstGeom prst="rect">
              <a:avLst/>
            </a:prstGeom>
            <a:solidFill>
              <a:schemeClr val="bg1">
                <a:lumMod val="6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b-LU"/>
            </a:p>
          </p:txBody>
        </p:sp>
        <p:sp>
          <p:nvSpPr>
            <p:cNvPr id="6" name="Rectangle 5">
              <a:extLst>
                <a:ext uri="{FF2B5EF4-FFF2-40B4-BE49-F238E27FC236}">
                  <a16:creationId xmlns:a16="http://schemas.microsoft.com/office/drawing/2014/main" id="{6FA33FE2-F92E-B0C5-39D4-035B0D24A8BE}"/>
                </a:ext>
              </a:extLst>
            </p:cNvPr>
            <p:cNvSpPr/>
            <p:nvPr/>
          </p:nvSpPr>
          <p:spPr>
            <a:xfrm>
              <a:off x="6562218" y="5310784"/>
              <a:ext cx="5326766" cy="369332"/>
            </a:xfrm>
            <a:prstGeom prst="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b-LU"/>
            </a:p>
          </p:txBody>
        </p:sp>
        <p:sp>
          <p:nvSpPr>
            <p:cNvPr id="7" name="TextBox 6">
              <a:extLst>
                <a:ext uri="{FF2B5EF4-FFF2-40B4-BE49-F238E27FC236}">
                  <a16:creationId xmlns:a16="http://schemas.microsoft.com/office/drawing/2014/main" id="{D50B35B6-F6AB-1139-6C63-29EA0761D632}"/>
                </a:ext>
              </a:extLst>
            </p:cNvPr>
            <p:cNvSpPr txBox="1"/>
            <p:nvPr/>
          </p:nvSpPr>
          <p:spPr>
            <a:xfrm>
              <a:off x="6562218" y="4532268"/>
              <a:ext cx="5327776" cy="369332"/>
            </a:xfrm>
            <a:prstGeom prst="rect">
              <a:avLst/>
            </a:prstGeom>
            <a:noFill/>
            <a:ln>
              <a:solidFill>
                <a:schemeClr val="bg1"/>
              </a:solidFill>
            </a:ln>
          </p:spPr>
          <p:txBody>
            <a:bodyPr wrap="square" rtlCol="0">
              <a:spAutoFit/>
            </a:bodyPr>
            <a:lstStyle/>
            <a:p>
              <a:r>
                <a:rPr lang="de-LU" dirty="0"/>
                <a:t>Shopping</a:t>
              </a:r>
              <a:endParaRPr lang="lb-LU" dirty="0"/>
            </a:p>
          </p:txBody>
        </p:sp>
        <p:sp>
          <p:nvSpPr>
            <p:cNvPr id="16" name="TextBox 15">
              <a:extLst>
                <a:ext uri="{FF2B5EF4-FFF2-40B4-BE49-F238E27FC236}">
                  <a16:creationId xmlns:a16="http://schemas.microsoft.com/office/drawing/2014/main" id="{5DF510AF-5609-4144-BC8C-E8A651893AD5}"/>
                </a:ext>
              </a:extLst>
            </p:cNvPr>
            <p:cNvSpPr txBox="1"/>
            <p:nvPr/>
          </p:nvSpPr>
          <p:spPr>
            <a:xfrm>
              <a:off x="6562217" y="4924457"/>
              <a:ext cx="5326765" cy="369332"/>
            </a:xfrm>
            <a:prstGeom prst="rect">
              <a:avLst/>
            </a:prstGeom>
            <a:noFill/>
            <a:ln>
              <a:solidFill>
                <a:schemeClr val="bg1"/>
              </a:solidFill>
            </a:ln>
          </p:spPr>
          <p:txBody>
            <a:bodyPr wrap="square" rtlCol="0">
              <a:spAutoFit/>
            </a:bodyPr>
            <a:lstStyle/>
            <a:p>
              <a:r>
                <a:rPr lang="de-LU" dirty="0"/>
                <a:t>Scuba Diving</a:t>
              </a:r>
              <a:endParaRPr lang="lb-LU" dirty="0"/>
            </a:p>
          </p:txBody>
        </p:sp>
        <p:sp>
          <p:nvSpPr>
            <p:cNvPr id="17" name="TextBox 16">
              <a:extLst>
                <a:ext uri="{FF2B5EF4-FFF2-40B4-BE49-F238E27FC236}">
                  <a16:creationId xmlns:a16="http://schemas.microsoft.com/office/drawing/2014/main" id="{5564F150-3D91-776A-E4DA-76AA955271D0}"/>
                </a:ext>
              </a:extLst>
            </p:cNvPr>
            <p:cNvSpPr txBox="1"/>
            <p:nvPr/>
          </p:nvSpPr>
          <p:spPr>
            <a:xfrm>
              <a:off x="6562216" y="5321395"/>
              <a:ext cx="5326766" cy="369332"/>
            </a:xfrm>
            <a:prstGeom prst="rect">
              <a:avLst/>
            </a:prstGeom>
            <a:noFill/>
            <a:ln>
              <a:solidFill>
                <a:schemeClr val="bg1"/>
              </a:solidFill>
            </a:ln>
          </p:spPr>
          <p:txBody>
            <a:bodyPr wrap="square" rtlCol="0">
              <a:spAutoFit/>
            </a:bodyPr>
            <a:lstStyle/>
            <a:p>
              <a:r>
                <a:rPr lang="de-LU" dirty="0"/>
                <a:t>Swimming</a:t>
              </a:r>
              <a:endParaRPr lang="lb-LU" dirty="0"/>
            </a:p>
          </p:txBody>
        </p:sp>
      </p:grpSp>
    </p:spTree>
    <p:extLst>
      <p:ext uri="{BB962C8B-B14F-4D97-AF65-F5344CB8AC3E}">
        <p14:creationId xmlns:p14="http://schemas.microsoft.com/office/powerpoint/2010/main" val="502898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147</TotalTime>
  <Words>748</Words>
  <Application>Microsoft Office PowerPoint</Application>
  <PresentationFormat>Widescreen</PresentationFormat>
  <Paragraphs>71</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Poppins</vt:lpstr>
      <vt:lpstr>Office Theme</vt:lpstr>
      <vt:lpstr>PowerPoint Presentation</vt:lpstr>
      <vt:lpstr>PowerPoint Presentation</vt:lpstr>
      <vt:lpstr>Las Vegas</vt:lpstr>
      <vt:lpstr>Rome</vt:lpstr>
      <vt:lpstr>Bali</vt:lpstr>
      <vt:lpstr>PowerPoint Presentation</vt:lpstr>
      <vt:lpstr>Fiji</vt:lpstr>
      <vt:lpstr>Turks &amp; Caicos</vt:lpstr>
      <vt:lpstr>Bahamas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Mikhail Dvoinishnikov</dc:creator>
  <cp:lastModifiedBy>Mikhail Dvoinishnikov</cp:lastModifiedBy>
  <cp:revision>1</cp:revision>
  <dcterms:created xsi:type="dcterms:W3CDTF">2024-06-12T06:16:21Z</dcterms:created>
  <dcterms:modified xsi:type="dcterms:W3CDTF">2024-06-19T06:47:00Z</dcterms:modified>
</cp:coreProperties>
</file>